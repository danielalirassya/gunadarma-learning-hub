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419" r:id="rId4"/>
    <p:sldId id="432" r:id="rId5"/>
    <p:sldId id="288" r:id="rId6"/>
    <p:sldId id="257" r:id="rId7"/>
    <p:sldId id="259" r:id="rId8"/>
    <p:sldId id="258" r:id="rId9"/>
    <p:sldId id="260" r:id="rId10"/>
    <p:sldId id="261" r:id="rId11"/>
    <p:sldId id="262" r:id="rId12"/>
    <p:sldId id="264" r:id="rId13"/>
    <p:sldId id="265" r:id="rId14"/>
    <p:sldId id="266" r:id="rId15"/>
    <p:sldId id="267" r:id="rId16"/>
    <p:sldId id="272" r:id="rId17"/>
    <p:sldId id="273" r:id="rId18"/>
    <p:sldId id="289" r:id="rId19"/>
    <p:sldId id="263" r:id="rId20"/>
    <p:sldId id="268" r:id="rId21"/>
    <p:sldId id="269" r:id="rId22"/>
    <p:sldId id="270" r:id="rId23"/>
    <p:sldId id="271" r:id="rId24"/>
    <p:sldId id="274" r:id="rId25"/>
    <p:sldId id="277" r:id="rId26"/>
    <p:sldId id="276" r:id="rId27"/>
    <p:sldId id="278" r:id="rId28"/>
    <p:sldId id="275" r:id="rId29"/>
    <p:sldId id="279" r:id="rId30"/>
    <p:sldId id="280" r:id="rId31"/>
    <p:sldId id="281" r:id="rId32"/>
    <p:sldId id="282" r:id="rId33"/>
    <p:sldId id="283" r:id="rId34"/>
    <p:sldId id="284" r:id="rId35"/>
    <p:sldId id="286" r:id="rId36"/>
    <p:sldId id="285" r:id="rId37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D16E84-33E4-44C4-A63B-8B90DF87CB7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E8445ECB-9502-407B-891F-B5099C28DD37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Bilangan Kom pleks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43AAAFB4-305E-4B8B-8A27-1C87981F0EA4}" type="parTrans" cxnId="{338E61A9-8495-49A9-8FBC-84E0E4F237F6}">
      <dgm:prSet/>
      <dgm:spPr/>
      <dgm:t>
        <a:bodyPr/>
        <a:lstStyle/>
        <a:p>
          <a:endParaRPr lang="en-US"/>
        </a:p>
      </dgm:t>
    </dgm:pt>
    <dgm:pt modelId="{628A2270-2C7F-41C9-976C-5A9CF430AB61}" type="sibTrans" cxnId="{338E61A9-8495-49A9-8FBC-84E0E4F237F6}">
      <dgm:prSet/>
      <dgm:spPr/>
      <dgm:t>
        <a:bodyPr/>
        <a:lstStyle/>
        <a:p>
          <a:endParaRPr lang="en-US"/>
        </a:p>
      </dgm:t>
    </dgm:pt>
    <dgm:pt modelId="{6C9BE729-5797-49AD-9177-87D59906995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Bilangan Real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7EA19798-AAE1-406B-8434-D5340A4EE26B}" type="parTrans" cxnId="{C07ADB2E-D788-4567-9B5A-D49CB1FC39A1}">
      <dgm:prSet/>
      <dgm:spPr/>
      <dgm:t>
        <a:bodyPr/>
        <a:lstStyle/>
        <a:p>
          <a:endParaRPr lang="en-US"/>
        </a:p>
      </dgm:t>
    </dgm:pt>
    <dgm:pt modelId="{B3BA7F9E-BBC9-46D3-AEBA-01B9F21CD89F}" type="sibTrans" cxnId="{C07ADB2E-D788-4567-9B5A-D49CB1FC39A1}">
      <dgm:prSet/>
      <dgm:spPr/>
      <dgm:t>
        <a:bodyPr/>
        <a:lstStyle/>
        <a:p>
          <a:endParaRPr lang="en-US"/>
        </a:p>
      </dgm:t>
    </dgm:pt>
    <dgm:pt modelId="{1C020F9C-936E-4699-BC40-CC955AA2E81C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id-ID" altLang="en-US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</a:rPr>
            <a:t>   Bil. Rasional</a:t>
          </a:r>
          <a:endParaRPr kumimoji="0" lang="en-US" altLang="en-US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25CDA8A4-6CCB-4466-829D-D1EA1052099A}" type="parTrans" cxnId="{A254A252-57E0-4441-BF07-6480214F155A}">
      <dgm:prSet/>
      <dgm:spPr/>
      <dgm:t>
        <a:bodyPr/>
        <a:lstStyle/>
        <a:p>
          <a:endParaRPr lang="en-US"/>
        </a:p>
      </dgm:t>
    </dgm:pt>
    <dgm:pt modelId="{9DF085A5-EEB6-4A96-84F0-732EC81AAEE3}" type="sibTrans" cxnId="{A254A252-57E0-4441-BF07-6480214F155A}">
      <dgm:prSet/>
      <dgm:spPr/>
      <dgm:t>
        <a:bodyPr/>
        <a:lstStyle/>
        <a:p>
          <a:endParaRPr lang="en-US"/>
        </a:p>
      </dgm:t>
    </dgm:pt>
    <dgm:pt modelId="{99C0BC9D-C40D-48C6-8A10-4FB790E9E664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 </a:t>
          </a:r>
          <a:r>
            <a:rPr kumimoji="0" lang="en-US" altLang="en-US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Bulat</a:t>
          </a:r>
          <a:endParaRPr kumimoji="0" lang="en-US" altLang="en-US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5F26A714-F693-4187-9BF3-EA8BE95F3FE7}" type="parTrans" cxnId="{1B53B8FF-0075-4858-B3B5-EF2B1B2367CA}">
      <dgm:prSet/>
      <dgm:spPr/>
      <dgm:t>
        <a:bodyPr/>
        <a:lstStyle/>
        <a:p>
          <a:endParaRPr lang="en-US"/>
        </a:p>
      </dgm:t>
    </dgm:pt>
    <dgm:pt modelId="{88122D3B-F24B-4D3F-8268-E61CC69A48B7}" type="sibTrans" cxnId="{1B53B8FF-0075-4858-B3B5-EF2B1B2367CA}">
      <dgm:prSet/>
      <dgm:spPr/>
      <dgm:t>
        <a:bodyPr/>
        <a:lstStyle/>
        <a:p>
          <a:endParaRPr lang="en-US"/>
        </a:p>
      </dgm:t>
    </dgm:pt>
    <dgm:pt modelId="{353BBFE9-FAB7-4AA4-9833-4E132FB92EF0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Cacah</a:t>
          </a:r>
        </a:p>
      </dgm:t>
    </dgm:pt>
    <dgm:pt modelId="{8EF4E1D5-B60F-49A6-8526-A059C26C4868}" type="parTrans" cxnId="{5398E8AE-8E6B-453C-8A11-9C4E420B37A3}">
      <dgm:prSet/>
      <dgm:spPr/>
      <dgm:t>
        <a:bodyPr/>
        <a:lstStyle/>
        <a:p>
          <a:endParaRPr lang="en-US"/>
        </a:p>
      </dgm:t>
    </dgm:pt>
    <dgm:pt modelId="{1B1B876A-AC07-4B42-AFA4-BD8CD147F6EB}" type="sibTrans" cxnId="{5398E8AE-8E6B-453C-8A11-9C4E420B37A3}">
      <dgm:prSet/>
      <dgm:spPr/>
      <dgm:t>
        <a:bodyPr/>
        <a:lstStyle/>
        <a:p>
          <a:endParaRPr lang="en-US"/>
        </a:p>
      </dgm:t>
    </dgm:pt>
    <dgm:pt modelId="{A9ACA14B-9692-4D4B-991B-AF7294996B89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 Asli</a:t>
          </a:r>
        </a:p>
      </dgm:t>
    </dgm:pt>
    <dgm:pt modelId="{B9EC7571-A15A-4052-98BE-CDE12B2D87D8}" type="parTrans" cxnId="{580B9436-3CB9-4340-940E-A92F98916E66}">
      <dgm:prSet/>
      <dgm:spPr/>
      <dgm:t>
        <a:bodyPr/>
        <a:lstStyle/>
        <a:p>
          <a:endParaRPr lang="en-US"/>
        </a:p>
      </dgm:t>
    </dgm:pt>
    <dgm:pt modelId="{3CF219CA-D96E-40FA-BB53-8AF0BACA28ED}" type="sibTrans" cxnId="{580B9436-3CB9-4340-940E-A92F98916E66}">
      <dgm:prSet/>
      <dgm:spPr/>
      <dgm:t>
        <a:bodyPr/>
        <a:lstStyle/>
        <a:p>
          <a:endParaRPr lang="en-US"/>
        </a:p>
      </dgm:t>
    </dgm:pt>
    <dgm:pt modelId="{5C6050D1-13BF-4989-998E-971394FA9A04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 Genap</a:t>
          </a:r>
        </a:p>
      </dgm:t>
    </dgm:pt>
    <dgm:pt modelId="{6429876D-ED0C-4DFB-AB01-737AF37980E0}" type="parTrans" cxnId="{33F9EF8E-31E9-433C-B68F-88558318BB8B}">
      <dgm:prSet/>
      <dgm:spPr/>
      <dgm:t>
        <a:bodyPr/>
        <a:lstStyle/>
        <a:p>
          <a:endParaRPr lang="en-US"/>
        </a:p>
      </dgm:t>
    </dgm:pt>
    <dgm:pt modelId="{4A7325C5-79C0-4483-B9B2-6C7BF837AECA}" type="sibTrans" cxnId="{33F9EF8E-31E9-433C-B68F-88558318BB8B}">
      <dgm:prSet/>
      <dgm:spPr/>
      <dgm:t>
        <a:bodyPr/>
        <a:lstStyle/>
        <a:p>
          <a:endParaRPr lang="en-US"/>
        </a:p>
      </dgm:t>
    </dgm:pt>
    <dgm:pt modelId="{6F0DFE4F-820E-47D6-A00B-ADB3CD9D091B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Ganjil</a:t>
          </a:r>
        </a:p>
      </dgm:t>
    </dgm:pt>
    <dgm:pt modelId="{71E7654C-E2C8-448B-9199-3506FF840B5C}" type="parTrans" cxnId="{50BFAB7D-B1C5-437F-B824-8C21B0EE8BE2}">
      <dgm:prSet/>
      <dgm:spPr/>
      <dgm:t>
        <a:bodyPr/>
        <a:lstStyle/>
        <a:p>
          <a:endParaRPr lang="en-US"/>
        </a:p>
      </dgm:t>
    </dgm:pt>
    <dgm:pt modelId="{7735C663-24C5-44B2-8081-DF849D5B012C}" type="sibTrans" cxnId="{50BFAB7D-B1C5-437F-B824-8C21B0EE8BE2}">
      <dgm:prSet/>
      <dgm:spPr/>
      <dgm:t>
        <a:bodyPr/>
        <a:lstStyle/>
        <a:p>
          <a:endParaRPr lang="en-US"/>
        </a:p>
      </dgm:t>
    </dgm:pt>
    <dgm:pt modelId="{0F82FC1C-FCCF-419C-8EE3-0B91FA7784D2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Prima</a:t>
          </a:r>
        </a:p>
      </dgm:t>
    </dgm:pt>
    <dgm:pt modelId="{40D72E16-D925-4839-B751-69B086B66D24}" type="parTrans" cxnId="{4BF47C5B-6F6C-439C-8E38-BB79790D5D7C}">
      <dgm:prSet/>
      <dgm:spPr/>
      <dgm:t>
        <a:bodyPr/>
        <a:lstStyle/>
        <a:p>
          <a:endParaRPr lang="en-US"/>
        </a:p>
      </dgm:t>
    </dgm:pt>
    <dgm:pt modelId="{3672D10D-65CC-462A-A687-67ECF48798E5}" type="sibTrans" cxnId="{4BF47C5B-6F6C-439C-8E38-BB79790D5D7C}">
      <dgm:prSet/>
      <dgm:spPr/>
      <dgm:t>
        <a:bodyPr/>
        <a:lstStyle/>
        <a:p>
          <a:endParaRPr lang="en-US"/>
        </a:p>
      </dgm:t>
    </dgm:pt>
    <dgm:pt modelId="{A0884299-1016-4FCD-AC78-239A0E420AE3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 Komposit</a:t>
          </a:r>
        </a:p>
      </dgm:t>
    </dgm:pt>
    <dgm:pt modelId="{89C73E50-CD60-417A-8FE0-D941A91E138D}" type="parTrans" cxnId="{7305BBC1-EB5A-43B8-9C32-649955BD7ABB}">
      <dgm:prSet/>
      <dgm:spPr/>
      <dgm:t>
        <a:bodyPr/>
        <a:lstStyle/>
        <a:p>
          <a:endParaRPr lang="en-US"/>
        </a:p>
      </dgm:t>
    </dgm:pt>
    <dgm:pt modelId="{1506F24A-78BB-4D53-8099-53A335DD7A45}" type="sibTrans" cxnId="{7305BBC1-EB5A-43B8-9C32-649955BD7ABB}">
      <dgm:prSet/>
      <dgm:spPr/>
      <dgm:t>
        <a:bodyPr/>
        <a:lstStyle/>
        <a:p>
          <a:endParaRPr lang="en-US"/>
        </a:p>
      </dgm:t>
    </dgm:pt>
    <dgm:pt modelId="{D6EA358A-5D2F-45CE-BFDC-11CD0EFDC2C3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nol</a:t>
          </a:r>
        </a:p>
      </dgm:t>
    </dgm:pt>
    <dgm:pt modelId="{80B7842B-252B-486B-8484-326AB4E3D120}" type="parTrans" cxnId="{BF7FDFDD-4BA1-4E92-BEAD-0736D119D9C4}">
      <dgm:prSet/>
      <dgm:spPr/>
      <dgm:t>
        <a:bodyPr/>
        <a:lstStyle/>
        <a:p>
          <a:endParaRPr lang="en-US"/>
        </a:p>
      </dgm:t>
    </dgm:pt>
    <dgm:pt modelId="{B5743455-B63E-4F49-B9C7-D43422AFCBF5}" type="sibTrans" cxnId="{BF7FDFDD-4BA1-4E92-BEAD-0736D119D9C4}">
      <dgm:prSet/>
      <dgm:spPr/>
      <dgm:t>
        <a:bodyPr/>
        <a:lstStyle/>
        <a:p>
          <a:endParaRPr lang="en-US"/>
        </a:p>
      </dgm:t>
    </dgm:pt>
    <dgm:pt modelId="{E0814488-3F1D-46FC-B74F-4B142BB9DE8A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Bulat </a:t>
          </a:r>
          <a:r>
            <a:rPr kumimoji="0" lang="en-US" altLang="en-US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Negatif</a:t>
          </a:r>
          <a:endParaRPr kumimoji="0" lang="en-US" altLang="en-US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BE324724-1506-48FF-BC09-8D309284B062}" type="parTrans" cxnId="{3583DE7D-F527-4809-BF56-A31221B06BAD}">
      <dgm:prSet/>
      <dgm:spPr/>
      <dgm:t>
        <a:bodyPr/>
        <a:lstStyle/>
        <a:p>
          <a:endParaRPr lang="en-US"/>
        </a:p>
      </dgm:t>
    </dgm:pt>
    <dgm:pt modelId="{08E1083B-860F-4876-B089-F8B51FA6450E}" type="sibTrans" cxnId="{3583DE7D-F527-4809-BF56-A31221B06BAD}">
      <dgm:prSet/>
      <dgm:spPr/>
      <dgm:t>
        <a:bodyPr/>
        <a:lstStyle/>
        <a:p>
          <a:endParaRPr lang="en-US"/>
        </a:p>
      </dgm:t>
    </dgm:pt>
    <dgm:pt modelId="{5AD6BA09-6127-478B-8402-2D3CFB950D3F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 Pecahan</a:t>
          </a:r>
        </a:p>
      </dgm:t>
    </dgm:pt>
    <dgm:pt modelId="{D588CF13-130D-426E-B430-FB64E8999163}" type="parTrans" cxnId="{2AC82D94-6FC5-4E46-9957-B56B611B43F5}">
      <dgm:prSet/>
      <dgm:spPr/>
      <dgm:t>
        <a:bodyPr/>
        <a:lstStyle/>
        <a:p>
          <a:endParaRPr lang="en-US"/>
        </a:p>
      </dgm:t>
    </dgm:pt>
    <dgm:pt modelId="{ABC24025-CB23-478E-A8FF-EF183283ADF4}" type="sibTrans" cxnId="{2AC82D94-6FC5-4E46-9957-B56B611B43F5}">
      <dgm:prSet/>
      <dgm:spPr/>
      <dgm:t>
        <a:bodyPr/>
        <a:lstStyle/>
        <a:p>
          <a:endParaRPr lang="en-US"/>
        </a:p>
      </dgm:t>
    </dgm:pt>
    <dgm:pt modelId="{60D09A0F-C186-48CB-B9D2-9A423081D680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Pecahan</a:t>
          </a: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en-US" altLang="en-US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Positif</a:t>
          </a:r>
          <a:endParaRPr kumimoji="0" lang="en-US" altLang="en-US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36DDFC67-2188-4E7F-B2FA-7EB95CE8FE86}" type="parTrans" cxnId="{B5B38441-B1BD-496F-9ACA-FAD6547DF40A}">
      <dgm:prSet/>
      <dgm:spPr/>
      <dgm:t>
        <a:bodyPr/>
        <a:lstStyle/>
        <a:p>
          <a:endParaRPr lang="en-US"/>
        </a:p>
      </dgm:t>
    </dgm:pt>
    <dgm:pt modelId="{C538E022-C147-4920-A9DB-E45FBDB6EF12}" type="sibTrans" cxnId="{B5B38441-B1BD-496F-9ACA-FAD6547DF40A}">
      <dgm:prSet/>
      <dgm:spPr/>
      <dgm:t>
        <a:bodyPr/>
        <a:lstStyle/>
        <a:p>
          <a:endParaRPr lang="en-US"/>
        </a:p>
      </dgm:t>
    </dgm:pt>
    <dgm:pt modelId="{937C0840-BD76-4E84-ADF6-E96CEC451EEA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Pecahan Negatif</a:t>
          </a:r>
        </a:p>
      </dgm:t>
    </dgm:pt>
    <dgm:pt modelId="{6677F0BB-BF5E-40BD-83C7-ED3C7E7FEA6E}" type="parTrans" cxnId="{666F3CD4-BE08-4C4C-8D68-2FBF65CCD721}">
      <dgm:prSet/>
      <dgm:spPr/>
      <dgm:t>
        <a:bodyPr/>
        <a:lstStyle/>
        <a:p>
          <a:endParaRPr lang="en-US"/>
        </a:p>
      </dgm:t>
    </dgm:pt>
    <dgm:pt modelId="{A1DE7E12-2EF7-46FA-90D8-69E980FA924F}" type="sibTrans" cxnId="{666F3CD4-BE08-4C4C-8D68-2FBF65CCD721}">
      <dgm:prSet/>
      <dgm:spPr/>
      <dgm:t>
        <a:bodyPr/>
        <a:lstStyle/>
        <a:p>
          <a:endParaRPr lang="en-US"/>
        </a:p>
      </dgm:t>
    </dgm:pt>
    <dgm:pt modelId="{3CFF493C-AD32-4A0F-A8C0-5C288E8080AC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Irasional</a:t>
          </a:r>
        </a:p>
      </dgm:t>
    </dgm:pt>
    <dgm:pt modelId="{9EA7CD09-DF79-4035-8662-943329CC615B}" type="parTrans" cxnId="{DB35E036-9CFD-435D-954D-45C4AF99B651}">
      <dgm:prSet/>
      <dgm:spPr/>
      <dgm:t>
        <a:bodyPr/>
        <a:lstStyle/>
        <a:p>
          <a:endParaRPr lang="en-US"/>
        </a:p>
      </dgm:t>
    </dgm:pt>
    <dgm:pt modelId="{4DCB6287-31B8-4BA2-9350-BB67706ABC70}" type="sibTrans" cxnId="{DB35E036-9CFD-435D-954D-45C4AF99B651}">
      <dgm:prSet/>
      <dgm:spPr/>
      <dgm:t>
        <a:bodyPr/>
        <a:lstStyle/>
        <a:p>
          <a:endParaRPr lang="en-US"/>
        </a:p>
      </dgm:t>
    </dgm:pt>
    <dgm:pt modelId="{1FD88D58-B89E-4005-B082-F955137E624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Bilangan Khayal 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( Imajiner)</a:t>
          </a:r>
        </a:p>
      </dgm:t>
    </dgm:pt>
    <dgm:pt modelId="{B141345B-8BCB-401A-BB17-E0EAE1F59838}" type="parTrans" cxnId="{C8ECDEE3-5B58-48F1-B15C-2CCD2D9C3072}">
      <dgm:prSet/>
      <dgm:spPr/>
      <dgm:t>
        <a:bodyPr/>
        <a:lstStyle/>
        <a:p>
          <a:endParaRPr lang="en-US"/>
        </a:p>
      </dgm:t>
    </dgm:pt>
    <dgm:pt modelId="{2A0ADB9E-DCDE-4815-A8A1-78A22F15D434}" type="sibTrans" cxnId="{C8ECDEE3-5B58-48F1-B15C-2CCD2D9C3072}">
      <dgm:prSet/>
      <dgm:spPr/>
      <dgm:t>
        <a:bodyPr/>
        <a:lstStyle/>
        <a:p>
          <a:endParaRPr lang="en-US"/>
        </a:p>
      </dgm:t>
    </dgm:pt>
    <dgm:pt modelId="{24233D6E-EFA0-4941-A874-B5EDEAD03639}" type="pres">
      <dgm:prSet presAssocID="{5FD16E84-33E4-44C4-A63B-8B90DF87CB7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E32E39E-CE5C-49ED-BED7-8A54879E782F}" type="pres">
      <dgm:prSet presAssocID="{E8445ECB-9502-407B-891F-B5099C28DD37}" presName="hierRoot1" presStyleCnt="0">
        <dgm:presLayoutVars>
          <dgm:hierBranch/>
        </dgm:presLayoutVars>
      </dgm:prSet>
      <dgm:spPr/>
    </dgm:pt>
    <dgm:pt modelId="{6B5A87DF-DF34-471F-9E02-E260153B4960}" type="pres">
      <dgm:prSet presAssocID="{E8445ECB-9502-407B-891F-B5099C28DD37}" presName="rootComposite1" presStyleCnt="0"/>
      <dgm:spPr/>
    </dgm:pt>
    <dgm:pt modelId="{9F66CA47-008F-4278-8B35-8C64FCA4C8A1}" type="pres">
      <dgm:prSet presAssocID="{E8445ECB-9502-407B-891F-B5099C28DD37}" presName="rootText1" presStyleLbl="node0" presStyleIdx="0" presStyleCnt="1">
        <dgm:presLayoutVars>
          <dgm:chPref val="3"/>
        </dgm:presLayoutVars>
      </dgm:prSet>
      <dgm:spPr/>
    </dgm:pt>
    <dgm:pt modelId="{8365046B-3BE8-4E22-99CA-4D12961E2C3E}" type="pres">
      <dgm:prSet presAssocID="{E8445ECB-9502-407B-891F-B5099C28DD37}" presName="rootConnector1" presStyleLbl="node1" presStyleIdx="0" presStyleCnt="0"/>
      <dgm:spPr/>
    </dgm:pt>
    <dgm:pt modelId="{E159A349-525E-4CDA-9D1E-37C4DB5E0CA2}" type="pres">
      <dgm:prSet presAssocID="{E8445ECB-9502-407B-891F-B5099C28DD37}" presName="hierChild2" presStyleCnt="0"/>
      <dgm:spPr/>
    </dgm:pt>
    <dgm:pt modelId="{95F3D5D9-BD23-49FB-AE0D-4ADDD67B0B3E}" type="pres">
      <dgm:prSet presAssocID="{7EA19798-AAE1-406B-8434-D5340A4EE26B}" presName="Name35" presStyleLbl="parChTrans1D2" presStyleIdx="0" presStyleCnt="2"/>
      <dgm:spPr/>
    </dgm:pt>
    <dgm:pt modelId="{AC073BA2-FEA0-41FD-9C2A-FFE976138C46}" type="pres">
      <dgm:prSet presAssocID="{6C9BE729-5797-49AD-9177-87D599069956}" presName="hierRoot2" presStyleCnt="0">
        <dgm:presLayoutVars>
          <dgm:hierBranch/>
        </dgm:presLayoutVars>
      </dgm:prSet>
      <dgm:spPr/>
    </dgm:pt>
    <dgm:pt modelId="{389EE0D0-EAAD-4EEC-B125-AFA8C41A78B2}" type="pres">
      <dgm:prSet presAssocID="{6C9BE729-5797-49AD-9177-87D599069956}" presName="rootComposite" presStyleCnt="0"/>
      <dgm:spPr/>
    </dgm:pt>
    <dgm:pt modelId="{8D46BDDF-8C9A-48E7-BAAF-2CE2CBFB5EB4}" type="pres">
      <dgm:prSet presAssocID="{6C9BE729-5797-49AD-9177-87D599069956}" presName="rootText" presStyleLbl="node2" presStyleIdx="0" presStyleCnt="2">
        <dgm:presLayoutVars>
          <dgm:chPref val="3"/>
        </dgm:presLayoutVars>
      </dgm:prSet>
      <dgm:spPr/>
    </dgm:pt>
    <dgm:pt modelId="{8A17A636-CED5-4CD0-96C7-B964D11B0F3A}" type="pres">
      <dgm:prSet presAssocID="{6C9BE729-5797-49AD-9177-87D599069956}" presName="rootConnector" presStyleLbl="node2" presStyleIdx="0" presStyleCnt="2"/>
      <dgm:spPr/>
    </dgm:pt>
    <dgm:pt modelId="{50E7FACC-F0BA-45FA-A97C-50D754FAF6B5}" type="pres">
      <dgm:prSet presAssocID="{6C9BE729-5797-49AD-9177-87D599069956}" presName="hierChild4" presStyleCnt="0"/>
      <dgm:spPr/>
    </dgm:pt>
    <dgm:pt modelId="{87462C84-83EE-4BC7-B263-C7002BF7BC92}" type="pres">
      <dgm:prSet presAssocID="{6C9BE729-5797-49AD-9177-87D599069956}" presName="hierChild5" presStyleCnt="0"/>
      <dgm:spPr/>
    </dgm:pt>
    <dgm:pt modelId="{2BECD515-7426-4AA2-A944-6E4F2AE65E01}" type="pres">
      <dgm:prSet presAssocID="{25CDA8A4-6CCB-4466-829D-D1EA1052099A}" presName="Name111" presStyleLbl="parChTrans1D3" presStyleIdx="0" presStyleCnt="2"/>
      <dgm:spPr/>
    </dgm:pt>
    <dgm:pt modelId="{E1876E2A-93D5-4C72-9DC2-97449A7E952E}" type="pres">
      <dgm:prSet presAssocID="{1C020F9C-936E-4699-BC40-CC955AA2E81C}" presName="hierRoot3" presStyleCnt="0">
        <dgm:presLayoutVars>
          <dgm:hierBranch/>
        </dgm:presLayoutVars>
      </dgm:prSet>
      <dgm:spPr/>
    </dgm:pt>
    <dgm:pt modelId="{F7437377-62BC-4FCD-AE04-285552FED3B4}" type="pres">
      <dgm:prSet presAssocID="{1C020F9C-936E-4699-BC40-CC955AA2E81C}" presName="rootComposite3" presStyleCnt="0"/>
      <dgm:spPr/>
    </dgm:pt>
    <dgm:pt modelId="{F856EC7B-C362-4A4F-8665-68662269A6D5}" type="pres">
      <dgm:prSet presAssocID="{1C020F9C-936E-4699-BC40-CC955AA2E81C}" presName="rootText3" presStyleLbl="asst2" presStyleIdx="0" presStyleCnt="14">
        <dgm:presLayoutVars>
          <dgm:chPref val="3"/>
        </dgm:presLayoutVars>
      </dgm:prSet>
      <dgm:spPr/>
    </dgm:pt>
    <dgm:pt modelId="{2A7281AD-8374-4507-9991-D09F1B170D00}" type="pres">
      <dgm:prSet presAssocID="{1C020F9C-936E-4699-BC40-CC955AA2E81C}" presName="rootConnector3" presStyleLbl="asst2" presStyleIdx="0" presStyleCnt="14"/>
      <dgm:spPr/>
    </dgm:pt>
    <dgm:pt modelId="{9BDCE0B1-ED63-437F-8B5C-2125ADAE45FB}" type="pres">
      <dgm:prSet presAssocID="{1C020F9C-936E-4699-BC40-CC955AA2E81C}" presName="hierChild6" presStyleCnt="0"/>
      <dgm:spPr/>
    </dgm:pt>
    <dgm:pt modelId="{325EFB79-6D1B-4737-8FEF-B5371AB1FCFC}" type="pres">
      <dgm:prSet presAssocID="{1C020F9C-936E-4699-BC40-CC955AA2E81C}" presName="hierChild7" presStyleCnt="0"/>
      <dgm:spPr/>
    </dgm:pt>
    <dgm:pt modelId="{59CE4F88-FE1E-4556-AACA-ECBBE42A8513}" type="pres">
      <dgm:prSet presAssocID="{5F26A714-F693-4187-9BF3-EA8BE95F3FE7}" presName="Name111" presStyleLbl="parChTrans1D4" presStyleIdx="0" presStyleCnt="12"/>
      <dgm:spPr/>
    </dgm:pt>
    <dgm:pt modelId="{E03055CA-64D5-4CCC-9DBA-70B4E921C654}" type="pres">
      <dgm:prSet presAssocID="{99C0BC9D-C40D-48C6-8A10-4FB790E9E664}" presName="hierRoot3" presStyleCnt="0">
        <dgm:presLayoutVars>
          <dgm:hierBranch/>
        </dgm:presLayoutVars>
      </dgm:prSet>
      <dgm:spPr/>
    </dgm:pt>
    <dgm:pt modelId="{92BFF1F9-7BF9-4499-A364-178CDAA7F5C1}" type="pres">
      <dgm:prSet presAssocID="{99C0BC9D-C40D-48C6-8A10-4FB790E9E664}" presName="rootComposite3" presStyleCnt="0"/>
      <dgm:spPr/>
    </dgm:pt>
    <dgm:pt modelId="{3742C507-613E-4139-9BE0-46723C95470E}" type="pres">
      <dgm:prSet presAssocID="{99C0BC9D-C40D-48C6-8A10-4FB790E9E664}" presName="rootText3" presStyleLbl="asst2" presStyleIdx="1" presStyleCnt="14">
        <dgm:presLayoutVars>
          <dgm:chPref val="3"/>
        </dgm:presLayoutVars>
      </dgm:prSet>
      <dgm:spPr/>
    </dgm:pt>
    <dgm:pt modelId="{B287A511-91EF-44FA-95C5-3C24E52108B3}" type="pres">
      <dgm:prSet presAssocID="{99C0BC9D-C40D-48C6-8A10-4FB790E9E664}" presName="rootConnector3" presStyleLbl="asst2" presStyleIdx="1" presStyleCnt="14"/>
      <dgm:spPr/>
    </dgm:pt>
    <dgm:pt modelId="{AB598DB7-465D-456D-8A52-5F5809B3C8C3}" type="pres">
      <dgm:prSet presAssocID="{99C0BC9D-C40D-48C6-8A10-4FB790E9E664}" presName="hierChild6" presStyleCnt="0"/>
      <dgm:spPr/>
    </dgm:pt>
    <dgm:pt modelId="{41EE01D1-84F4-4B69-8100-F3D895D3BA58}" type="pres">
      <dgm:prSet presAssocID="{99C0BC9D-C40D-48C6-8A10-4FB790E9E664}" presName="hierChild7" presStyleCnt="0"/>
      <dgm:spPr/>
    </dgm:pt>
    <dgm:pt modelId="{3DB6E199-4BD9-4360-805F-C64BF578A616}" type="pres">
      <dgm:prSet presAssocID="{8EF4E1D5-B60F-49A6-8526-A059C26C4868}" presName="Name111" presStyleLbl="parChTrans1D4" presStyleIdx="1" presStyleCnt="12"/>
      <dgm:spPr/>
    </dgm:pt>
    <dgm:pt modelId="{50B476E8-1087-4B4C-B97C-19D7DD27B9B1}" type="pres">
      <dgm:prSet presAssocID="{353BBFE9-FAB7-4AA4-9833-4E132FB92EF0}" presName="hierRoot3" presStyleCnt="0">
        <dgm:presLayoutVars>
          <dgm:hierBranch/>
        </dgm:presLayoutVars>
      </dgm:prSet>
      <dgm:spPr/>
    </dgm:pt>
    <dgm:pt modelId="{72754AD3-FB68-4A98-96EC-E555DB1AB7D7}" type="pres">
      <dgm:prSet presAssocID="{353BBFE9-FAB7-4AA4-9833-4E132FB92EF0}" presName="rootComposite3" presStyleCnt="0"/>
      <dgm:spPr/>
    </dgm:pt>
    <dgm:pt modelId="{7D2F4248-7EE5-4414-AB3A-5CBD2E78502C}" type="pres">
      <dgm:prSet presAssocID="{353BBFE9-FAB7-4AA4-9833-4E132FB92EF0}" presName="rootText3" presStyleLbl="asst2" presStyleIdx="2" presStyleCnt="14">
        <dgm:presLayoutVars>
          <dgm:chPref val="3"/>
        </dgm:presLayoutVars>
      </dgm:prSet>
      <dgm:spPr/>
    </dgm:pt>
    <dgm:pt modelId="{2F26A160-1DD8-46DB-9ACF-C645516AA22C}" type="pres">
      <dgm:prSet presAssocID="{353BBFE9-FAB7-4AA4-9833-4E132FB92EF0}" presName="rootConnector3" presStyleLbl="asst2" presStyleIdx="2" presStyleCnt="14"/>
      <dgm:spPr/>
    </dgm:pt>
    <dgm:pt modelId="{B1E1005B-B5D3-4BBB-8FC5-73EAB3D5A862}" type="pres">
      <dgm:prSet presAssocID="{353BBFE9-FAB7-4AA4-9833-4E132FB92EF0}" presName="hierChild6" presStyleCnt="0"/>
      <dgm:spPr/>
    </dgm:pt>
    <dgm:pt modelId="{35E6473A-DF91-404C-AE13-EF63FFA748EE}" type="pres">
      <dgm:prSet presAssocID="{353BBFE9-FAB7-4AA4-9833-4E132FB92EF0}" presName="hierChild7" presStyleCnt="0"/>
      <dgm:spPr/>
    </dgm:pt>
    <dgm:pt modelId="{62BF3E83-CF65-4668-A6E6-CA3D277455BE}" type="pres">
      <dgm:prSet presAssocID="{B9EC7571-A15A-4052-98BE-CDE12B2D87D8}" presName="Name111" presStyleLbl="parChTrans1D4" presStyleIdx="2" presStyleCnt="12"/>
      <dgm:spPr/>
    </dgm:pt>
    <dgm:pt modelId="{9B437163-6929-4270-95E2-83E8BAF4ABF9}" type="pres">
      <dgm:prSet presAssocID="{A9ACA14B-9692-4D4B-991B-AF7294996B89}" presName="hierRoot3" presStyleCnt="0">
        <dgm:presLayoutVars>
          <dgm:hierBranch/>
        </dgm:presLayoutVars>
      </dgm:prSet>
      <dgm:spPr/>
    </dgm:pt>
    <dgm:pt modelId="{E4F52D74-9039-4ECB-9801-3D1A4C4AEF83}" type="pres">
      <dgm:prSet presAssocID="{A9ACA14B-9692-4D4B-991B-AF7294996B89}" presName="rootComposite3" presStyleCnt="0"/>
      <dgm:spPr/>
    </dgm:pt>
    <dgm:pt modelId="{CC7953CA-4789-47A9-AAD8-0689FAE2BCE7}" type="pres">
      <dgm:prSet presAssocID="{A9ACA14B-9692-4D4B-991B-AF7294996B89}" presName="rootText3" presStyleLbl="asst2" presStyleIdx="3" presStyleCnt="14">
        <dgm:presLayoutVars>
          <dgm:chPref val="3"/>
        </dgm:presLayoutVars>
      </dgm:prSet>
      <dgm:spPr/>
    </dgm:pt>
    <dgm:pt modelId="{26ADA4A1-8084-41C7-8AA3-5A85CC832D93}" type="pres">
      <dgm:prSet presAssocID="{A9ACA14B-9692-4D4B-991B-AF7294996B89}" presName="rootConnector3" presStyleLbl="asst2" presStyleIdx="3" presStyleCnt="14"/>
      <dgm:spPr/>
    </dgm:pt>
    <dgm:pt modelId="{82BF40A8-C008-446A-83F4-F4A5D07B2E3B}" type="pres">
      <dgm:prSet presAssocID="{A9ACA14B-9692-4D4B-991B-AF7294996B89}" presName="hierChild6" presStyleCnt="0"/>
      <dgm:spPr/>
    </dgm:pt>
    <dgm:pt modelId="{DEF19991-01DC-49D5-BFCF-5089B627217D}" type="pres">
      <dgm:prSet presAssocID="{A9ACA14B-9692-4D4B-991B-AF7294996B89}" presName="hierChild7" presStyleCnt="0"/>
      <dgm:spPr/>
    </dgm:pt>
    <dgm:pt modelId="{98988DC9-FCBD-49B4-AC8C-D58AEE63392E}" type="pres">
      <dgm:prSet presAssocID="{6429876D-ED0C-4DFB-AB01-737AF37980E0}" presName="Name111" presStyleLbl="parChTrans1D4" presStyleIdx="3" presStyleCnt="12"/>
      <dgm:spPr/>
    </dgm:pt>
    <dgm:pt modelId="{A39AC8BD-DB89-4F63-89A2-EAA3E91B7C2F}" type="pres">
      <dgm:prSet presAssocID="{5C6050D1-13BF-4989-998E-971394FA9A04}" presName="hierRoot3" presStyleCnt="0">
        <dgm:presLayoutVars>
          <dgm:hierBranch/>
        </dgm:presLayoutVars>
      </dgm:prSet>
      <dgm:spPr/>
    </dgm:pt>
    <dgm:pt modelId="{A9A42D50-446C-4C93-B309-07D8F97F8D94}" type="pres">
      <dgm:prSet presAssocID="{5C6050D1-13BF-4989-998E-971394FA9A04}" presName="rootComposite3" presStyleCnt="0"/>
      <dgm:spPr/>
    </dgm:pt>
    <dgm:pt modelId="{AA21B1AB-8E17-4746-AACC-15EEB696A595}" type="pres">
      <dgm:prSet presAssocID="{5C6050D1-13BF-4989-998E-971394FA9A04}" presName="rootText3" presStyleLbl="asst2" presStyleIdx="4" presStyleCnt="14">
        <dgm:presLayoutVars>
          <dgm:chPref val="3"/>
        </dgm:presLayoutVars>
      </dgm:prSet>
      <dgm:spPr/>
    </dgm:pt>
    <dgm:pt modelId="{D2097ED2-9A36-4C79-9E02-E42BE30BA0AF}" type="pres">
      <dgm:prSet presAssocID="{5C6050D1-13BF-4989-998E-971394FA9A04}" presName="rootConnector3" presStyleLbl="asst2" presStyleIdx="4" presStyleCnt="14"/>
      <dgm:spPr/>
    </dgm:pt>
    <dgm:pt modelId="{70586873-CFAD-4323-ADF7-F1A3AC190F41}" type="pres">
      <dgm:prSet presAssocID="{5C6050D1-13BF-4989-998E-971394FA9A04}" presName="hierChild6" presStyleCnt="0"/>
      <dgm:spPr/>
    </dgm:pt>
    <dgm:pt modelId="{07786AA4-C1A2-4249-B893-7FEBB6A42D37}" type="pres">
      <dgm:prSet presAssocID="{5C6050D1-13BF-4989-998E-971394FA9A04}" presName="hierChild7" presStyleCnt="0"/>
      <dgm:spPr/>
    </dgm:pt>
    <dgm:pt modelId="{62737439-B016-4B2E-BDD7-FD34AAB42A1C}" type="pres">
      <dgm:prSet presAssocID="{71E7654C-E2C8-448B-9199-3506FF840B5C}" presName="Name111" presStyleLbl="parChTrans1D4" presStyleIdx="4" presStyleCnt="12"/>
      <dgm:spPr/>
    </dgm:pt>
    <dgm:pt modelId="{BEC424BF-8D6B-474E-B4FB-527E365FBF1C}" type="pres">
      <dgm:prSet presAssocID="{6F0DFE4F-820E-47D6-A00B-ADB3CD9D091B}" presName="hierRoot3" presStyleCnt="0">
        <dgm:presLayoutVars>
          <dgm:hierBranch/>
        </dgm:presLayoutVars>
      </dgm:prSet>
      <dgm:spPr/>
    </dgm:pt>
    <dgm:pt modelId="{FFA5238E-F8C7-4C21-96C2-B018D10BA4E4}" type="pres">
      <dgm:prSet presAssocID="{6F0DFE4F-820E-47D6-A00B-ADB3CD9D091B}" presName="rootComposite3" presStyleCnt="0"/>
      <dgm:spPr/>
    </dgm:pt>
    <dgm:pt modelId="{27E54ED1-7108-4769-8891-7FC36463EC97}" type="pres">
      <dgm:prSet presAssocID="{6F0DFE4F-820E-47D6-A00B-ADB3CD9D091B}" presName="rootText3" presStyleLbl="asst2" presStyleIdx="5" presStyleCnt="14">
        <dgm:presLayoutVars>
          <dgm:chPref val="3"/>
        </dgm:presLayoutVars>
      </dgm:prSet>
      <dgm:spPr/>
    </dgm:pt>
    <dgm:pt modelId="{9AD35991-8B03-4DA6-A715-3E7BAF1E5784}" type="pres">
      <dgm:prSet presAssocID="{6F0DFE4F-820E-47D6-A00B-ADB3CD9D091B}" presName="rootConnector3" presStyleLbl="asst2" presStyleIdx="5" presStyleCnt="14"/>
      <dgm:spPr/>
    </dgm:pt>
    <dgm:pt modelId="{C2D73CD5-6416-4101-9800-F03E2CFC0EE8}" type="pres">
      <dgm:prSet presAssocID="{6F0DFE4F-820E-47D6-A00B-ADB3CD9D091B}" presName="hierChild6" presStyleCnt="0"/>
      <dgm:spPr/>
    </dgm:pt>
    <dgm:pt modelId="{8BDAE526-0B8E-423B-825A-8608CA30409E}" type="pres">
      <dgm:prSet presAssocID="{6F0DFE4F-820E-47D6-A00B-ADB3CD9D091B}" presName="hierChild7" presStyleCnt="0"/>
      <dgm:spPr/>
    </dgm:pt>
    <dgm:pt modelId="{9FDAA62C-1FE7-4BA4-BA48-E6567DE65260}" type="pres">
      <dgm:prSet presAssocID="{40D72E16-D925-4839-B751-69B086B66D24}" presName="Name111" presStyleLbl="parChTrans1D4" presStyleIdx="5" presStyleCnt="12"/>
      <dgm:spPr/>
    </dgm:pt>
    <dgm:pt modelId="{E9A03873-0C80-4E21-BCFB-E266C1D970E6}" type="pres">
      <dgm:prSet presAssocID="{0F82FC1C-FCCF-419C-8EE3-0B91FA7784D2}" presName="hierRoot3" presStyleCnt="0">
        <dgm:presLayoutVars>
          <dgm:hierBranch/>
        </dgm:presLayoutVars>
      </dgm:prSet>
      <dgm:spPr/>
    </dgm:pt>
    <dgm:pt modelId="{49A01D2F-DB94-43F3-9581-C8724FD11014}" type="pres">
      <dgm:prSet presAssocID="{0F82FC1C-FCCF-419C-8EE3-0B91FA7784D2}" presName="rootComposite3" presStyleCnt="0"/>
      <dgm:spPr/>
    </dgm:pt>
    <dgm:pt modelId="{14669DD5-E18E-4B65-B87E-60B9DC8F397E}" type="pres">
      <dgm:prSet presAssocID="{0F82FC1C-FCCF-419C-8EE3-0B91FA7784D2}" presName="rootText3" presStyleLbl="asst2" presStyleIdx="6" presStyleCnt="14">
        <dgm:presLayoutVars>
          <dgm:chPref val="3"/>
        </dgm:presLayoutVars>
      </dgm:prSet>
      <dgm:spPr/>
    </dgm:pt>
    <dgm:pt modelId="{0482797B-BCB5-498C-BE03-4345E1E3D1E7}" type="pres">
      <dgm:prSet presAssocID="{0F82FC1C-FCCF-419C-8EE3-0B91FA7784D2}" presName="rootConnector3" presStyleLbl="asst2" presStyleIdx="6" presStyleCnt="14"/>
      <dgm:spPr/>
    </dgm:pt>
    <dgm:pt modelId="{49068A10-26D7-4A61-8C11-1FB395CA9F17}" type="pres">
      <dgm:prSet presAssocID="{0F82FC1C-FCCF-419C-8EE3-0B91FA7784D2}" presName="hierChild6" presStyleCnt="0"/>
      <dgm:spPr/>
    </dgm:pt>
    <dgm:pt modelId="{9FE1FEF9-7F57-4114-B3BC-F66AF71FE49D}" type="pres">
      <dgm:prSet presAssocID="{0F82FC1C-FCCF-419C-8EE3-0B91FA7784D2}" presName="hierChild7" presStyleCnt="0"/>
      <dgm:spPr/>
    </dgm:pt>
    <dgm:pt modelId="{6AC9A884-2B68-47B5-8858-E9879EDA42A7}" type="pres">
      <dgm:prSet presAssocID="{89C73E50-CD60-417A-8FE0-D941A91E138D}" presName="Name111" presStyleLbl="parChTrans1D4" presStyleIdx="6" presStyleCnt="12"/>
      <dgm:spPr/>
    </dgm:pt>
    <dgm:pt modelId="{EC06E0FB-DEB9-4673-9C99-49104B3CDD59}" type="pres">
      <dgm:prSet presAssocID="{A0884299-1016-4FCD-AC78-239A0E420AE3}" presName="hierRoot3" presStyleCnt="0">
        <dgm:presLayoutVars>
          <dgm:hierBranch/>
        </dgm:presLayoutVars>
      </dgm:prSet>
      <dgm:spPr/>
    </dgm:pt>
    <dgm:pt modelId="{CC789D0B-480D-4509-97A0-61A1CF286AB4}" type="pres">
      <dgm:prSet presAssocID="{A0884299-1016-4FCD-AC78-239A0E420AE3}" presName="rootComposite3" presStyleCnt="0"/>
      <dgm:spPr/>
    </dgm:pt>
    <dgm:pt modelId="{F3E45F5E-D2C7-4212-ADD7-9A9D5E8EFCDC}" type="pres">
      <dgm:prSet presAssocID="{A0884299-1016-4FCD-AC78-239A0E420AE3}" presName="rootText3" presStyleLbl="asst2" presStyleIdx="7" presStyleCnt="14">
        <dgm:presLayoutVars>
          <dgm:chPref val="3"/>
        </dgm:presLayoutVars>
      </dgm:prSet>
      <dgm:spPr/>
    </dgm:pt>
    <dgm:pt modelId="{42FEDCB7-1A7F-4C21-AAB5-86DAB9EEA714}" type="pres">
      <dgm:prSet presAssocID="{A0884299-1016-4FCD-AC78-239A0E420AE3}" presName="rootConnector3" presStyleLbl="asst2" presStyleIdx="7" presStyleCnt="14"/>
      <dgm:spPr/>
    </dgm:pt>
    <dgm:pt modelId="{18D67BD0-AB99-4FFF-978C-D78B4935B4E1}" type="pres">
      <dgm:prSet presAssocID="{A0884299-1016-4FCD-AC78-239A0E420AE3}" presName="hierChild6" presStyleCnt="0"/>
      <dgm:spPr/>
    </dgm:pt>
    <dgm:pt modelId="{5506CC6F-7EF5-45C2-8103-91ABE4403CF4}" type="pres">
      <dgm:prSet presAssocID="{A0884299-1016-4FCD-AC78-239A0E420AE3}" presName="hierChild7" presStyleCnt="0"/>
      <dgm:spPr/>
    </dgm:pt>
    <dgm:pt modelId="{1A9D2D81-E7E9-4DB9-AE55-2E13B07B233B}" type="pres">
      <dgm:prSet presAssocID="{80B7842B-252B-486B-8484-326AB4E3D120}" presName="Name111" presStyleLbl="parChTrans1D4" presStyleIdx="7" presStyleCnt="12"/>
      <dgm:spPr/>
    </dgm:pt>
    <dgm:pt modelId="{BBDC0B0F-DCFC-474F-AEA8-3A45243EB143}" type="pres">
      <dgm:prSet presAssocID="{D6EA358A-5D2F-45CE-BFDC-11CD0EFDC2C3}" presName="hierRoot3" presStyleCnt="0">
        <dgm:presLayoutVars>
          <dgm:hierBranch/>
        </dgm:presLayoutVars>
      </dgm:prSet>
      <dgm:spPr/>
    </dgm:pt>
    <dgm:pt modelId="{135B6C99-8F22-4C0D-998E-95EFE729B8D6}" type="pres">
      <dgm:prSet presAssocID="{D6EA358A-5D2F-45CE-BFDC-11CD0EFDC2C3}" presName="rootComposite3" presStyleCnt="0"/>
      <dgm:spPr/>
    </dgm:pt>
    <dgm:pt modelId="{06026F86-CCBD-49A1-9AB1-680A0A0750E3}" type="pres">
      <dgm:prSet presAssocID="{D6EA358A-5D2F-45CE-BFDC-11CD0EFDC2C3}" presName="rootText3" presStyleLbl="asst2" presStyleIdx="8" presStyleCnt="14">
        <dgm:presLayoutVars>
          <dgm:chPref val="3"/>
        </dgm:presLayoutVars>
      </dgm:prSet>
      <dgm:spPr/>
    </dgm:pt>
    <dgm:pt modelId="{C9D67149-86FF-40CA-9B47-36BA3D26BC59}" type="pres">
      <dgm:prSet presAssocID="{D6EA358A-5D2F-45CE-BFDC-11CD0EFDC2C3}" presName="rootConnector3" presStyleLbl="asst2" presStyleIdx="8" presStyleCnt="14"/>
      <dgm:spPr/>
    </dgm:pt>
    <dgm:pt modelId="{126723A9-3362-49CE-ABB0-7A4A530DFDD5}" type="pres">
      <dgm:prSet presAssocID="{D6EA358A-5D2F-45CE-BFDC-11CD0EFDC2C3}" presName="hierChild6" presStyleCnt="0"/>
      <dgm:spPr/>
    </dgm:pt>
    <dgm:pt modelId="{D5B203C7-ECEA-41FB-88CB-296B77AE54E0}" type="pres">
      <dgm:prSet presAssocID="{D6EA358A-5D2F-45CE-BFDC-11CD0EFDC2C3}" presName="hierChild7" presStyleCnt="0"/>
      <dgm:spPr/>
    </dgm:pt>
    <dgm:pt modelId="{695E8497-4620-40CE-BCA9-2A73A6930B71}" type="pres">
      <dgm:prSet presAssocID="{BE324724-1506-48FF-BC09-8D309284B062}" presName="Name111" presStyleLbl="parChTrans1D4" presStyleIdx="8" presStyleCnt="12"/>
      <dgm:spPr/>
    </dgm:pt>
    <dgm:pt modelId="{B0396C49-1F71-4876-A2A2-E3E5752AB599}" type="pres">
      <dgm:prSet presAssocID="{E0814488-3F1D-46FC-B74F-4B142BB9DE8A}" presName="hierRoot3" presStyleCnt="0">
        <dgm:presLayoutVars>
          <dgm:hierBranch/>
        </dgm:presLayoutVars>
      </dgm:prSet>
      <dgm:spPr/>
    </dgm:pt>
    <dgm:pt modelId="{DA2C7048-7F6A-43B7-ABDF-84FA001A33B9}" type="pres">
      <dgm:prSet presAssocID="{E0814488-3F1D-46FC-B74F-4B142BB9DE8A}" presName="rootComposite3" presStyleCnt="0"/>
      <dgm:spPr/>
    </dgm:pt>
    <dgm:pt modelId="{F96E8DF4-BF51-4368-A424-68B5163CE025}" type="pres">
      <dgm:prSet presAssocID="{E0814488-3F1D-46FC-B74F-4B142BB9DE8A}" presName="rootText3" presStyleLbl="asst2" presStyleIdx="9" presStyleCnt="14">
        <dgm:presLayoutVars>
          <dgm:chPref val="3"/>
        </dgm:presLayoutVars>
      </dgm:prSet>
      <dgm:spPr/>
    </dgm:pt>
    <dgm:pt modelId="{41B657C0-160C-405E-B6FB-F0F31CDA9D9E}" type="pres">
      <dgm:prSet presAssocID="{E0814488-3F1D-46FC-B74F-4B142BB9DE8A}" presName="rootConnector3" presStyleLbl="asst2" presStyleIdx="9" presStyleCnt="14"/>
      <dgm:spPr/>
    </dgm:pt>
    <dgm:pt modelId="{2FE1BD92-8027-4C8B-A199-5A10011A35C0}" type="pres">
      <dgm:prSet presAssocID="{E0814488-3F1D-46FC-B74F-4B142BB9DE8A}" presName="hierChild6" presStyleCnt="0"/>
      <dgm:spPr/>
    </dgm:pt>
    <dgm:pt modelId="{C21A0725-543F-45A8-80CA-BB70AF453EE3}" type="pres">
      <dgm:prSet presAssocID="{E0814488-3F1D-46FC-B74F-4B142BB9DE8A}" presName="hierChild7" presStyleCnt="0"/>
      <dgm:spPr/>
    </dgm:pt>
    <dgm:pt modelId="{9EECA847-DFA2-479C-AD76-BFC1B203A012}" type="pres">
      <dgm:prSet presAssocID="{D588CF13-130D-426E-B430-FB64E8999163}" presName="Name111" presStyleLbl="parChTrans1D4" presStyleIdx="9" presStyleCnt="12"/>
      <dgm:spPr/>
    </dgm:pt>
    <dgm:pt modelId="{A2A864F1-C91D-4098-8DAD-4C769C82C8C5}" type="pres">
      <dgm:prSet presAssocID="{5AD6BA09-6127-478B-8402-2D3CFB950D3F}" presName="hierRoot3" presStyleCnt="0">
        <dgm:presLayoutVars>
          <dgm:hierBranch/>
        </dgm:presLayoutVars>
      </dgm:prSet>
      <dgm:spPr/>
    </dgm:pt>
    <dgm:pt modelId="{D0DAAF19-725D-4240-A94B-85277A305864}" type="pres">
      <dgm:prSet presAssocID="{5AD6BA09-6127-478B-8402-2D3CFB950D3F}" presName="rootComposite3" presStyleCnt="0"/>
      <dgm:spPr/>
    </dgm:pt>
    <dgm:pt modelId="{FCF8F189-6E99-40CB-9EC0-C4EC2DEC8F3C}" type="pres">
      <dgm:prSet presAssocID="{5AD6BA09-6127-478B-8402-2D3CFB950D3F}" presName="rootText3" presStyleLbl="asst2" presStyleIdx="10" presStyleCnt="14">
        <dgm:presLayoutVars>
          <dgm:chPref val="3"/>
        </dgm:presLayoutVars>
      </dgm:prSet>
      <dgm:spPr/>
    </dgm:pt>
    <dgm:pt modelId="{33BFCEA3-2E3A-4C05-9516-98C1F4A9A80A}" type="pres">
      <dgm:prSet presAssocID="{5AD6BA09-6127-478B-8402-2D3CFB950D3F}" presName="rootConnector3" presStyleLbl="asst2" presStyleIdx="10" presStyleCnt="14"/>
      <dgm:spPr/>
    </dgm:pt>
    <dgm:pt modelId="{AD334BF3-D72C-431B-A131-CC16C6D11FAA}" type="pres">
      <dgm:prSet presAssocID="{5AD6BA09-6127-478B-8402-2D3CFB950D3F}" presName="hierChild6" presStyleCnt="0"/>
      <dgm:spPr/>
    </dgm:pt>
    <dgm:pt modelId="{45BD1247-7330-4283-9953-04AE3CCC85DC}" type="pres">
      <dgm:prSet presAssocID="{5AD6BA09-6127-478B-8402-2D3CFB950D3F}" presName="hierChild7" presStyleCnt="0"/>
      <dgm:spPr/>
    </dgm:pt>
    <dgm:pt modelId="{F1DC055A-85DA-49A2-89DD-09904373AC8C}" type="pres">
      <dgm:prSet presAssocID="{36DDFC67-2188-4E7F-B2FA-7EB95CE8FE86}" presName="Name111" presStyleLbl="parChTrans1D4" presStyleIdx="10" presStyleCnt="12"/>
      <dgm:spPr/>
    </dgm:pt>
    <dgm:pt modelId="{26905FC7-52C3-47A4-8579-EF18CB8398D1}" type="pres">
      <dgm:prSet presAssocID="{60D09A0F-C186-48CB-B9D2-9A423081D680}" presName="hierRoot3" presStyleCnt="0">
        <dgm:presLayoutVars>
          <dgm:hierBranch/>
        </dgm:presLayoutVars>
      </dgm:prSet>
      <dgm:spPr/>
    </dgm:pt>
    <dgm:pt modelId="{57C8FE5B-F6C1-4902-8BA2-188E74923863}" type="pres">
      <dgm:prSet presAssocID="{60D09A0F-C186-48CB-B9D2-9A423081D680}" presName="rootComposite3" presStyleCnt="0"/>
      <dgm:spPr/>
    </dgm:pt>
    <dgm:pt modelId="{7AC6E110-42F5-4591-858C-977624CA2F09}" type="pres">
      <dgm:prSet presAssocID="{60D09A0F-C186-48CB-B9D2-9A423081D680}" presName="rootText3" presStyleLbl="asst2" presStyleIdx="11" presStyleCnt="14">
        <dgm:presLayoutVars>
          <dgm:chPref val="3"/>
        </dgm:presLayoutVars>
      </dgm:prSet>
      <dgm:spPr/>
    </dgm:pt>
    <dgm:pt modelId="{BEF5AD5E-D27F-4E13-B48A-B42E65D6944B}" type="pres">
      <dgm:prSet presAssocID="{60D09A0F-C186-48CB-B9D2-9A423081D680}" presName="rootConnector3" presStyleLbl="asst2" presStyleIdx="11" presStyleCnt="14"/>
      <dgm:spPr/>
    </dgm:pt>
    <dgm:pt modelId="{FDE999AD-B2B7-4B53-9B4C-4AC7D29A48A4}" type="pres">
      <dgm:prSet presAssocID="{60D09A0F-C186-48CB-B9D2-9A423081D680}" presName="hierChild6" presStyleCnt="0"/>
      <dgm:spPr/>
    </dgm:pt>
    <dgm:pt modelId="{AC1AE2A0-A806-42AB-B3F0-5E5D6FDDE9F2}" type="pres">
      <dgm:prSet presAssocID="{60D09A0F-C186-48CB-B9D2-9A423081D680}" presName="hierChild7" presStyleCnt="0"/>
      <dgm:spPr/>
    </dgm:pt>
    <dgm:pt modelId="{75C2E90F-DD8F-413B-ABE1-B8012F0A2911}" type="pres">
      <dgm:prSet presAssocID="{6677F0BB-BF5E-40BD-83C7-ED3C7E7FEA6E}" presName="Name111" presStyleLbl="parChTrans1D4" presStyleIdx="11" presStyleCnt="12"/>
      <dgm:spPr/>
    </dgm:pt>
    <dgm:pt modelId="{1862B04B-C751-41E1-95EE-5A3C33F35330}" type="pres">
      <dgm:prSet presAssocID="{937C0840-BD76-4E84-ADF6-E96CEC451EEA}" presName="hierRoot3" presStyleCnt="0">
        <dgm:presLayoutVars>
          <dgm:hierBranch/>
        </dgm:presLayoutVars>
      </dgm:prSet>
      <dgm:spPr/>
    </dgm:pt>
    <dgm:pt modelId="{1C4C416A-2525-42D8-8AD9-566DA12F15E7}" type="pres">
      <dgm:prSet presAssocID="{937C0840-BD76-4E84-ADF6-E96CEC451EEA}" presName="rootComposite3" presStyleCnt="0"/>
      <dgm:spPr/>
    </dgm:pt>
    <dgm:pt modelId="{2D5C03E5-6D92-415B-BEE9-A9FC238707E8}" type="pres">
      <dgm:prSet presAssocID="{937C0840-BD76-4E84-ADF6-E96CEC451EEA}" presName="rootText3" presStyleLbl="asst2" presStyleIdx="12" presStyleCnt="14">
        <dgm:presLayoutVars>
          <dgm:chPref val="3"/>
        </dgm:presLayoutVars>
      </dgm:prSet>
      <dgm:spPr/>
    </dgm:pt>
    <dgm:pt modelId="{668C05AF-6E6C-47F5-918B-C90415A735C8}" type="pres">
      <dgm:prSet presAssocID="{937C0840-BD76-4E84-ADF6-E96CEC451EEA}" presName="rootConnector3" presStyleLbl="asst2" presStyleIdx="12" presStyleCnt="14"/>
      <dgm:spPr/>
    </dgm:pt>
    <dgm:pt modelId="{3A787A6F-2167-423E-9C87-401044E29BE3}" type="pres">
      <dgm:prSet presAssocID="{937C0840-BD76-4E84-ADF6-E96CEC451EEA}" presName="hierChild6" presStyleCnt="0"/>
      <dgm:spPr/>
    </dgm:pt>
    <dgm:pt modelId="{6ADE3CBF-0549-46DF-B555-F7BE7ABA2E1A}" type="pres">
      <dgm:prSet presAssocID="{937C0840-BD76-4E84-ADF6-E96CEC451EEA}" presName="hierChild7" presStyleCnt="0"/>
      <dgm:spPr/>
    </dgm:pt>
    <dgm:pt modelId="{A566D819-BA54-4DB7-B5DF-ABAAE380DE0B}" type="pres">
      <dgm:prSet presAssocID="{9EA7CD09-DF79-4035-8662-943329CC615B}" presName="Name111" presStyleLbl="parChTrans1D3" presStyleIdx="1" presStyleCnt="2"/>
      <dgm:spPr/>
    </dgm:pt>
    <dgm:pt modelId="{115D0166-00FA-4C84-9D95-5624E0ABCD9D}" type="pres">
      <dgm:prSet presAssocID="{3CFF493C-AD32-4A0F-A8C0-5C288E8080AC}" presName="hierRoot3" presStyleCnt="0">
        <dgm:presLayoutVars>
          <dgm:hierBranch/>
        </dgm:presLayoutVars>
      </dgm:prSet>
      <dgm:spPr/>
    </dgm:pt>
    <dgm:pt modelId="{D909A7B0-A8F1-4768-902E-A76B8481C92E}" type="pres">
      <dgm:prSet presAssocID="{3CFF493C-AD32-4A0F-A8C0-5C288E8080AC}" presName="rootComposite3" presStyleCnt="0"/>
      <dgm:spPr/>
    </dgm:pt>
    <dgm:pt modelId="{6F094D7E-82DE-4182-8F0A-D58D14B873C9}" type="pres">
      <dgm:prSet presAssocID="{3CFF493C-AD32-4A0F-A8C0-5C288E8080AC}" presName="rootText3" presStyleLbl="asst2" presStyleIdx="13" presStyleCnt="14">
        <dgm:presLayoutVars>
          <dgm:chPref val="3"/>
        </dgm:presLayoutVars>
      </dgm:prSet>
      <dgm:spPr/>
    </dgm:pt>
    <dgm:pt modelId="{D2ADF38D-1F3A-4233-8DEC-67C216A54585}" type="pres">
      <dgm:prSet presAssocID="{3CFF493C-AD32-4A0F-A8C0-5C288E8080AC}" presName="rootConnector3" presStyleLbl="asst2" presStyleIdx="13" presStyleCnt="14"/>
      <dgm:spPr/>
    </dgm:pt>
    <dgm:pt modelId="{B682BB97-CEA6-454E-91AC-CBC90FD8F2EB}" type="pres">
      <dgm:prSet presAssocID="{3CFF493C-AD32-4A0F-A8C0-5C288E8080AC}" presName="hierChild6" presStyleCnt="0"/>
      <dgm:spPr/>
    </dgm:pt>
    <dgm:pt modelId="{1C9581A6-F9F9-4A80-9904-15D6BC249A3E}" type="pres">
      <dgm:prSet presAssocID="{3CFF493C-AD32-4A0F-A8C0-5C288E8080AC}" presName="hierChild7" presStyleCnt="0"/>
      <dgm:spPr/>
    </dgm:pt>
    <dgm:pt modelId="{88160185-FEA1-425B-AD13-4E10ACD0C6C5}" type="pres">
      <dgm:prSet presAssocID="{B141345B-8BCB-401A-BB17-E0EAE1F59838}" presName="Name35" presStyleLbl="parChTrans1D2" presStyleIdx="1" presStyleCnt="2"/>
      <dgm:spPr/>
    </dgm:pt>
    <dgm:pt modelId="{09A046D6-D157-49BE-A94A-1129D5D483B7}" type="pres">
      <dgm:prSet presAssocID="{1FD88D58-B89E-4005-B082-F955137E624D}" presName="hierRoot2" presStyleCnt="0">
        <dgm:presLayoutVars>
          <dgm:hierBranch/>
        </dgm:presLayoutVars>
      </dgm:prSet>
      <dgm:spPr/>
    </dgm:pt>
    <dgm:pt modelId="{48D583D8-EEEA-48E0-9F5C-2D0D90E41044}" type="pres">
      <dgm:prSet presAssocID="{1FD88D58-B89E-4005-B082-F955137E624D}" presName="rootComposite" presStyleCnt="0"/>
      <dgm:spPr/>
    </dgm:pt>
    <dgm:pt modelId="{2F4477C5-51EB-4420-9D50-2999B189926A}" type="pres">
      <dgm:prSet presAssocID="{1FD88D58-B89E-4005-B082-F955137E624D}" presName="rootText" presStyleLbl="node2" presStyleIdx="1" presStyleCnt="2">
        <dgm:presLayoutVars>
          <dgm:chPref val="3"/>
        </dgm:presLayoutVars>
      </dgm:prSet>
      <dgm:spPr/>
    </dgm:pt>
    <dgm:pt modelId="{5CFD3F64-09DF-42B3-8029-1DC10F454451}" type="pres">
      <dgm:prSet presAssocID="{1FD88D58-B89E-4005-B082-F955137E624D}" presName="rootConnector" presStyleLbl="node2" presStyleIdx="1" presStyleCnt="2"/>
      <dgm:spPr/>
    </dgm:pt>
    <dgm:pt modelId="{53DEAA97-22C6-4D1C-96C4-18B55BD37BF7}" type="pres">
      <dgm:prSet presAssocID="{1FD88D58-B89E-4005-B082-F955137E624D}" presName="hierChild4" presStyleCnt="0"/>
      <dgm:spPr/>
    </dgm:pt>
    <dgm:pt modelId="{74597AC7-7B81-4008-BD94-2E5F38F389D1}" type="pres">
      <dgm:prSet presAssocID="{1FD88D58-B89E-4005-B082-F955137E624D}" presName="hierChild5" presStyleCnt="0"/>
      <dgm:spPr/>
    </dgm:pt>
    <dgm:pt modelId="{6ABEB643-52C2-47BA-959A-FCF1566D35C4}" type="pres">
      <dgm:prSet presAssocID="{E8445ECB-9502-407B-891F-B5099C28DD37}" presName="hierChild3" presStyleCnt="0"/>
      <dgm:spPr/>
    </dgm:pt>
  </dgm:ptLst>
  <dgm:cxnLst>
    <dgm:cxn modelId="{74842506-1B5C-4EA5-97D1-DAA8B63AB183}" type="presOf" srcId="{A0884299-1016-4FCD-AC78-239A0E420AE3}" destId="{F3E45F5E-D2C7-4212-ADD7-9A9D5E8EFCDC}" srcOrd="0" destOrd="0" presId="urn:microsoft.com/office/officeart/2005/8/layout/orgChart1"/>
    <dgm:cxn modelId="{1FF83107-5653-4624-B207-D6CC8041F9FD}" type="presOf" srcId="{71E7654C-E2C8-448B-9199-3506FF840B5C}" destId="{62737439-B016-4B2E-BDD7-FD34AAB42A1C}" srcOrd="0" destOrd="0" presId="urn:microsoft.com/office/officeart/2005/8/layout/orgChart1"/>
    <dgm:cxn modelId="{2A894507-33DF-47F1-BC24-23CF5925DC20}" type="presOf" srcId="{BE324724-1506-48FF-BC09-8D309284B062}" destId="{695E8497-4620-40CE-BCA9-2A73A6930B71}" srcOrd="0" destOrd="0" presId="urn:microsoft.com/office/officeart/2005/8/layout/orgChart1"/>
    <dgm:cxn modelId="{F03EA80B-3DF7-42C1-8D55-5007494F7DEA}" type="presOf" srcId="{5AD6BA09-6127-478B-8402-2D3CFB950D3F}" destId="{FCF8F189-6E99-40CB-9EC0-C4EC2DEC8F3C}" srcOrd="0" destOrd="0" presId="urn:microsoft.com/office/officeart/2005/8/layout/orgChart1"/>
    <dgm:cxn modelId="{278FD311-BC86-407E-ABCB-4D345A6FFD96}" type="presOf" srcId="{36DDFC67-2188-4E7F-B2FA-7EB95CE8FE86}" destId="{F1DC055A-85DA-49A2-89DD-09904373AC8C}" srcOrd="0" destOrd="0" presId="urn:microsoft.com/office/officeart/2005/8/layout/orgChart1"/>
    <dgm:cxn modelId="{C3E5FF12-BB59-44E1-B2C6-7221BCA1E6C2}" type="presOf" srcId="{1FD88D58-B89E-4005-B082-F955137E624D}" destId="{5CFD3F64-09DF-42B3-8029-1DC10F454451}" srcOrd="1" destOrd="0" presId="urn:microsoft.com/office/officeart/2005/8/layout/orgChart1"/>
    <dgm:cxn modelId="{6F57121E-B883-49FE-AD18-A4FA03BA2111}" type="presOf" srcId="{0F82FC1C-FCCF-419C-8EE3-0B91FA7784D2}" destId="{14669DD5-E18E-4B65-B87E-60B9DC8F397E}" srcOrd="0" destOrd="0" presId="urn:microsoft.com/office/officeart/2005/8/layout/orgChart1"/>
    <dgm:cxn modelId="{A6C94120-9173-48EE-B9C2-C1B5A52F8184}" type="presOf" srcId="{6F0DFE4F-820E-47D6-A00B-ADB3CD9D091B}" destId="{9AD35991-8B03-4DA6-A715-3E7BAF1E5784}" srcOrd="1" destOrd="0" presId="urn:microsoft.com/office/officeart/2005/8/layout/orgChart1"/>
    <dgm:cxn modelId="{AA196522-3E0F-46BB-BE66-E4380F5F4F58}" type="presOf" srcId="{D6EA358A-5D2F-45CE-BFDC-11CD0EFDC2C3}" destId="{C9D67149-86FF-40CA-9B47-36BA3D26BC59}" srcOrd="1" destOrd="0" presId="urn:microsoft.com/office/officeart/2005/8/layout/orgChart1"/>
    <dgm:cxn modelId="{20832F23-A977-4FCB-9856-4799A3E2BD44}" type="presOf" srcId="{E8445ECB-9502-407B-891F-B5099C28DD37}" destId="{9F66CA47-008F-4278-8B35-8C64FCA4C8A1}" srcOrd="0" destOrd="0" presId="urn:microsoft.com/office/officeart/2005/8/layout/orgChart1"/>
    <dgm:cxn modelId="{C07ADB2E-D788-4567-9B5A-D49CB1FC39A1}" srcId="{E8445ECB-9502-407B-891F-B5099C28DD37}" destId="{6C9BE729-5797-49AD-9177-87D599069956}" srcOrd="0" destOrd="0" parTransId="{7EA19798-AAE1-406B-8434-D5340A4EE26B}" sibTransId="{B3BA7F9E-BBC9-46D3-AEBA-01B9F21CD89F}"/>
    <dgm:cxn modelId="{25893431-72CA-45C7-8A08-019032D1417D}" type="presOf" srcId="{5C6050D1-13BF-4989-998E-971394FA9A04}" destId="{AA21B1AB-8E17-4746-AACC-15EEB696A595}" srcOrd="0" destOrd="0" presId="urn:microsoft.com/office/officeart/2005/8/layout/orgChart1"/>
    <dgm:cxn modelId="{580B9436-3CB9-4340-940E-A92F98916E66}" srcId="{353BBFE9-FAB7-4AA4-9833-4E132FB92EF0}" destId="{A9ACA14B-9692-4D4B-991B-AF7294996B89}" srcOrd="0" destOrd="0" parTransId="{B9EC7571-A15A-4052-98BE-CDE12B2D87D8}" sibTransId="{3CF219CA-D96E-40FA-BB53-8AF0BACA28ED}"/>
    <dgm:cxn modelId="{DB35E036-9CFD-435D-954D-45C4AF99B651}" srcId="{6C9BE729-5797-49AD-9177-87D599069956}" destId="{3CFF493C-AD32-4A0F-A8C0-5C288E8080AC}" srcOrd="1" destOrd="0" parTransId="{9EA7CD09-DF79-4035-8662-943329CC615B}" sibTransId="{4DCB6287-31B8-4BA2-9350-BB67706ABC70}"/>
    <dgm:cxn modelId="{C3966938-6205-4CA0-B175-89136E3150DD}" type="presOf" srcId="{9EA7CD09-DF79-4035-8662-943329CC615B}" destId="{A566D819-BA54-4DB7-B5DF-ABAAE380DE0B}" srcOrd="0" destOrd="0" presId="urn:microsoft.com/office/officeart/2005/8/layout/orgChart1"/>
    <dgm:cxn modelId="{4BF47C5B-6F6C-439C-8E38-BB79790D5D7C}" srcId="{A9ACA14B-9692-4D4B-991B-AF7294996B89}" destId="{0F82FC1C-FCCF-419C-8EE3-0B91FA7784D2}" srcOrd="2" destOrd="0" parTransId="{40D72E16-D925-4839-B751-69B086B66D24}" sibTransId="{3672D10D-65CC-462A-A687-67ECF48798E5}"/>
    <dgm:cxn modelId="{BCFFD15D-9B26-4A57-97C0-5D5E9DEDF300}" type="presOf" srcId="{E0814488-3F1D-46FC-B74F-4B142BB9DE8A}" destId="{F96E8DF4-BF51-4368-A424-68B5163CE025}" srcOrd="0" destOrd="0" presId="urn:microsoft.com/office/officeart/2005/8/layout/orgChart1"/>
    <dgm:cxn modelId="{B5B38441-B1BD-496F-9ACA-FAD6547DF40A}" srcId="{5AD6BA09-6127-478B-8402-2D3CFB950D3F}" destId="{60D09A0F-C186-48CB-B9D2-9A423081D680}" srcOrd="0" destOrd="0" parTransId="{36DDFC67-2188-4E7F-B2FA-7EB95CE8FE86}" sibTransId="{C538E022-C147-4920-A9DB-E45FBDB6EF12}"/>
    <dgm:cxn modelId="{F89A8742-FEA3-46AD-AC2B-59C8104756D9}" type="presOf" srcId="{B9EC7571-A15A-4052-98BE-CDE12B2D87D8}" destId="{62BF3E83-CF65-4668-A6E6-CA3D277455BE}" srcOrd="0" destOrd="0" presId="urn:microsoft.com/office/officeart/2005/8/layout/orgChart1"/>
    <dgm:cxn modelId="{1DDED444-D2DE-48BE-88BD-AC43E043AD16}" type="presOf" srcId="{6C9BE729-5797-49AD-9177-87D599069956}" destId="{8A17A636-CED5-4CD0-96C7-B964D11B0F3A}" srcOrd="1" destOrd="0" presId="urn:microsoft.com/office/officeart/2005/8/layout/orgChart1"/>
    <dgm:cxn modelId="{B2DCA147-84AB-4D75-9DCA-05346EED58BB}" type="presOf" srcId="{60D09A0F-C186-48CB-B9D2-9A423081D680}" destId="{7AC6E110-42F5-4591-858C-977624CA2F09}" srcOrd="0" destOrd="0" presId="urn:microsoft.com/office/officeart/2005/8/layout/orgChart1"/>
    <dgm:cxn modelId="{FC6A1468-8BC7-4904-8EB1-681A7A21C177}" type="presOf" srcId="{0F82FC1C-FCCF-419C-8EE3-0B91FA7784D2}" destId="{0482797B-BCB5-498C-BE03-4345E1E3D1E7}" srcOrd="1" destOrd="0" presId="urn:microsoft.com/office/officeart/2005/8/layout/orgChart1"/>
    <dgm:cxn modelId="{DAD9EE6A-F598-43DF-AC41-3DB3E397CBC0}" type="presOf" srcId="{60D09A0F-C186-48CB-B9D2-9A423081D680}" destId="{BEF5AD5E-D27F-4E13-B48A-B42E65D6944B}" srcOrd="1" destOrd="0" presId="urn:microsoft.com/office/officeart/2005/8/layout/orgChart1"/>
    <dgm:cxn modelId="{2564386E-4A91-45EA-90CE-72251765A404}" type="presOf" srcId="{89C73E50-CD60-417A-8FE0-D941A91E138D}" destId="{6AC9A884-2B68-47B5-8858-E9879EDA42A7}" srcOrd="0" destOrd="0" presId="urn:microsoft.com/office/officeart/2005/8/layout/orgChart1"/>
    <dgm:cxn modelId="{B6B7E750-89CB-42A5-A9CC-FAFDFE28A84C}" type="presOf" srcId="{6F0DFE4F-820E-47D6-A00B-ADB3CD9D091B}" destId="{27E54ED1-7108-4769-8891-7FC36463EC97}" srcOrd="0" destOrd="0" presId="urn:microsoft.com/office/officeart/2005/8/layout/orgChart1"/>
    <dgm:cxn modelId="{8BF86E71-C116-4B17-BA56-9E3C69A8C3BC}" type="presOf" srcId="{5F26A714-F693-4187-9BF3-EA8BE95F3FE7}" destId="{59CE4F88-FE1E-4556-AACA-ECBBE42A8513}" srcOrd="0" destOrd="0" presId="urn:microsoft.com/office/officeart/2005/8/layout/orgChart1"/>
    <dgm:cxn modelId="{B6A37151-6647-4819-8EA6-D9571EF6438A}" type="presOf" srcId="{B141345B-8BCB-401A-BB17-E0EAE1F59838}" destId="{88160185-FEA1-425B-AD13-4E10ACD0C6C5}" srcOrd="0" destOrd="0" presId="urn:microsoft.com/office/officeart/2005/8/layout/orgChart1"/>
    <dgm:cxn modelId="{84C77251-68CF-478D-ACBE-2CEDDF9AB682}" type="presOf" srcId="{1C020F9C-936E-4699-BC40-CC955AA2E81C}" destId="{2A7281AD-8374-4507-9991-D09F1B170D00}" srcOrd="1" destOrd="0" presId="urn:microsoft.com/office/officeart/2005/8/layout/orgChart1"/>
    <dgm:cxn modelId="{A254A252-57E0-4441-BF07-6480214F155A}" srcId="{6C9BE729-5797-49AD-9177-87D599069956}" destId="{1C020F9C-936E-4699-BC40-CC955AA2E81C}" srcOrd="0" destOrd="0" parTransId="{25CDA8A4-6CCB-4466-829D-D1EA1052099A}" sibTransId="{9DF085A5-EEB6-4A96-84F0-732EC81AAEE3}"/>
    <dgm:cxn modelId="{BB732253-5C94-481A-B88D-5087F25E8F43}" type="presOf" srcId="{40D72E16-D925-4839-B751-69B086B66D24}" destId="{9FDAA62C-1FE7-4BA4-BA48-E6567DE65260}" srcOrd="0" destOrd="0" presId="urn:microsoft.com/office/officeart/2005/8/layout/orgChart1"/>
    <dgm:cxn modelId="{0E973353-5F98-4DB1-8FE2-DA68BA74A7CD}" type="presOf" srcId="{353BBFE9-FAB7-4AA4-9833-4E132FB92EF0}" destId="{2F26A160-1DD8-46DB-9ACF-C645516AA22C}" srcOrd="1" destOrd="0" presId="urn:microsoft.com/office/officeart/2005/8/layout/orgChart1"/>
    <dgm:cxn modelId="{86A53654-B24E-483D-BA31-5AD8E5F1FD54}" type="presOf" srcId="{A0884299-1016-4FCD-AC78-239A0E420AE3}" destId="{42FEDCB7-1A7F-4C21-AAB5-86DAB9EEA714}" srcOrd="1" destOrd="0" presId="urn:microsoft.com/office/officeart/2005/8/layout/orgChart1"/>
    <dgm:cxn modelId="{943F467A-F374-4056-ABE7-4817B9672926}" type="presOf" srcId="{937C0840-BD76-4E84-ADF6-E96CEC451EEA}" destId="{2D5C03E5-6D92-415B-BEE9-A9FC238707E8}" srcOrd="0" destOrd="0" presId="urn:microsoft.com/office/officeart/2005/8/layout/orgChart1"/>
    <dgm:cxn modelId="{854A4E7B-5EC3-437B-A122-8D2254437DFF}" type="presOf" srcId="{5FD16E84-33E4-44C4-A63B-8B90DF87CB7A}" destId="{24233D6E-EFA0-4941-A874-B5EDEAD03639}" srcOrd="0" destOrd="0" presId="urn:microsoft.com/office/officeart/2005/8/layout/orgChart1"/>
    <dgm:cxn modelId="{50BFAB7D-B1C5-437F-B824-8C21B0EE8BE2}" srcId="{A9ACA14B-9692-4D4B-991B-AF7294996B89}" destId="{6F0DFE4F-820E-47D6-A00B-ADB3CD9D091B}" srcOrd="1" destOrd="0" parTransId="{71E7654C-E2C8-448B-9199-3506FF840B5C}" sibTransId="{7735C663-24C5-44B2-8081-DF849D5B012C}"/>
    <dgm:cxn modelId="{3583DE7D-F527-4809-BF56-A31221B06BAD}" srcId="{99C0BC9D-C40D-48C6-8A10-4FB790E9E664}" destId="{E0814488-3F1D-46FC-B74F-4B142BB9DE8A}" srcOrd="1" destOrd="0" parTransId="{BE324724-1506-48FF-BC09-8D309284B062}" sibTransId="{08E1083B-860F-4876-B089-F8B51FA6450E}"/>
    <dgm:cxn modelId="{F02B3D86-D192-40F7-8034-F7EEA746C4CE}" type="presOf" srcId="{80B7842B-252B-486B-8484-326AB4E3D120}" destId="{1A9D2D81-E7E9-4DB9-AE55-2E13B07B233B}" srcOrd="0" destOrd="0" presId="urn:microsoft.com/office/officeart/2005/8/layout/orgChart1"/>
    <dgm:cxn modelId="{33F9EF8E-31E9-433C-B68F-88558318BB8B}" srcId="{A9ACA14B-9692-4D4B-991B-AF7294996B89}" destId="{5C6050D1-13BF-4989-998E-971394FA9A04}" srcOrd="0" destOrd="0" parTransId="{6429876D-ED0C-4DFB-AB01-737AF37980E0}" sibTransId="{4A7325C5-79C0-4483-B9B2-6C7BF837AECA}"/>
    <dgm:cxn modelId="{2AC82D94-6FC5-4E46-9957-B56B611B43F5}" srcId="{1C020F9C-936E-4699-BC40-CC955AA2E81C}" destId="{5AD6BA09-6127-478B-8402-2D3CFB950D3F}" srcOrd="1" destOrd="0" parTransId="{D588CF13-130D-426E-B430-FB64E8999163}" sibTransId="{ABC24025-CB23-478E-A8FF-EF183283ADF4}"/>
    <dgm:cxn modelId="{9FC450A1-6B7A-456B-BB7E-03CC7461BEE3}" type="presOf" srcId="{5C6050D1-13BF-4989-998E-971394FA9A04}" destId="{D2097ED2-9A36-4C79-9E02-E42BE30BA0AF}" srcOrd="1" destOrd="0" presId="urn:microsoft.com/office/officeart/2005/8/layout/orgChart1"/>
    <dgm:cxn modelId="{0F0BB5A1-65CB-4FFC-AA01-7B542806F6BD}" type="presOf" srcId="{6677F0BB-BF5E-40BD-83C7-ED3C7E7FEA6E}" destId="{75C2E90F-DD8F-413B-ABE1-B8012F0A2911}" srcOrd="0" destOrd="0" presId="urn:microsoft.com/office/officeart/2005/8/layout/orgChart1"/>
    <dgm:cxn modelId="{FDC39DA4-89F7-4D29-8CF0-8373FCA1144C}" type="presOf" srcId="{3CFF493C-AD32-4A0F-A8C0-5C288E8080AC}" destId="{D2ADF38D-1F3A-4233-8DEC-67C216A54585}" srcOrd="1" destOrd="0" presId="urn:microsoft.com/office/officeart/2005/8/layout/orgChart1"/>
    <dgm:cxn modelId="{BB433AA6-1334-4DE6-85D9-3B73F159EAD5}" type="presOf" srcId="{A9ACA14B-9692-4D4B-991B-AF7294996B89}" destId="{CC7953CA-4789-47A9-AAD8-0689FAE2BCE7}" srcOrd="0" destOrd="0" presId="urn:microsoft.com/office/officeart/2005/8/layout/orgChart1"/>
    <dgm:cxn modelId="{338E61A9-8495-49A9-8FBC-84E0E4F237F6}" srcId="{5FD16E84-33E4-44C4-A63B-8B90DF87CB7A}" destId="{E8445ECB-9502-407B-891F-B5099C28DD37}" srcOrd="0" destOrd="0" parTransId="{43AAAFB4-305E-4B8B-8A27-1C87981F0EA4}" sibTransId="{628A2270-2C7F-41C9-976C-5A9CF430AB61}"/>
    <dgm:cxn modelId="{5398E8AE-8E6B-453C-8A11-9C4E420B37A3}" srcId="{99C0BC9D-C40D-48C6-8A10-4FB790E9E664}" destId="{353BBFE9-FAB7-4AA4-9833-4E132FB92EF0}" srcOrd="0" destOrd="0" parTransId="{8EF4E1D5-B60F-49A6-8526-A059C26C4868}" sibTransId="{1B1B876A-AC07-4B42-AFA4-BD8CD147F6EB}"/>
    <dgm:cxn modelId="{AF315AB2-B35F-40EC-8674-CCC655B1F914}" type="presOf" srcId="{E0814488-3F1D-46FC-B74F-4B142BB9DE8A}" destId="{41B657C0-160C-405E-B6FB-F0F31CDA9D9E}" srcOrd="1" destOrd="0" presId="urn:microsoft.com/office/officeart/2005/8/layout/orgChart1"/>
    <dgm:cxn modelId="{98E51DB6-73CB-4119-9EE9-A953648646A4}" type="presOf" srcId="{6C9BE729-5797-49AD-9177-87D599069956}" destId="{8D46BDDF-8C9A-48E7-BAAF-2CE2CBFB5EB4}" srcOrd="0" destOrd="0" presId="urn:microsoft.com/office/officeart/2005/8/layout/orgChart1"/>
    <dgm:cxn modelId="{3DE023BA-A4E4-41A8-9B3D-95E0A54A57DF}" type="presOf" srcId="{1FD88D58-B89E-4005-B082-F955137E624D}" destId="{2F4477C5-51EB-4420-9D50-2999B189926A}" srcOrd="0" destOrd="0" presId="urn:microsoft.com/office/officeart/2005/8/layout/orgChart1"/>
    <dgm:cxn modelId="{986B85BC-FAFF-41F4-B070-85587155CC5B}" type="presOf" srcId="{99C0BC9D-C40D-48C6-8A10-4FB790E9E664}" destId="{B287A511-91EF-44FA-95C5-3C24E52108B3}" srcOrd="1" destOrd="0" presId="urn:microsoft.com/office/officeart/2005/8/layout/orgChart1"/>
    <dgm:cxn modelId="{3ABFB2BD-15CA-4F1A-809A-97DA53CCCF61}" type="presOf" srcId="{25CDA8A4-6CCB-4466-829D-D1EA1052099A}" destId="{2BECD515-7426-4AA2-A944-6E4F2AE65E01}" srcOrd="0" destOrd="0" presId="urn:microsoft.com/office/officeart/2005/8/layout/orgChart1"/>
    <dgm:cxn modelId="{3CAB2CC1-01E3-4B9F-A0D8-6BB54BD214E9}" type="presOf" srcId="{6429876D-ED0C-4DFB-AB01-737AF37980E0}" destId="{98988DC9-FCBD-49B4-AC8C-D58AEE63392E}" srcOrd="0" destOrd="0" presId="urn:microsoft.com/office/officeart/2005/8/layout/orgChart1"/>
    <dgm:cxn modelId="{7305BBC1-EB5A-43B8-9C32-649955BD7ABB}" srcId="{A9ACA14B-9692-4D4B-991B-AF7294996B89}" destId="{A0884299-1016-4FCD-AC78-239A0E420AE3}" srcOrd="3" destOrd="0" parTransId="{89C73E50-CD60-417A-8FE0-D941A91E138D}" sibTransId="{1506F24A-78BB-4D53-8099-53A335DD7A45}"/>
    <dgm:cxn modelId="{AEDF97C2-D40E-4EDF-84A3-111E751133D3}" type="presOf" srcId="{99C0BC9D-C40D-48C6-8A10-4FB790E9E664}" destId="{3742C507-613E-4139-9BE0-46723C95470E}" srcOrd="0" destOrd="0" presId="urn:microsoft.com/office/officeart/2005/8/layout/orgChart1"/>
    <dgm:cxn modelId="{6B0883C7-D58E-4FE0-9406-ECD3169DB25B}" type="presOf" srcId="{937C0840-BD76-4E84-ADF6-E96CEC451EEA}" destId="{668C05AF-6E6C-47F5-918B-C90415A735C8}" srcOrd="1" destOrd="0" presId="urn:microsoft.com/office/officeart/2005/8/layout/orgChart1"/>
    <dgm:cxn modelId="{F9868DD3-A731-4CEE-84F7-C3678F705F7C}" type="presOf" srcId="{353BBFE9-FAB7-4AA4-9833-4E132FB92EF0}" destId="{7D2F4248-7EE5-4414-AB3A-5CBD2E78502C}" srcOrd="0" destOrd="0" presId="urn:microsoft.com/office/officeart/2005/8/layout/orgChart1"/>
    <dgm:cxn modelId="{666F3CD4-BE08-4C4C-8D68-2FBF65CCD721}" srcId="{5AD6BA09-6127-478B-8402-2D3CFB950D3F}" destId="{937C0840-BD76-4E84-ADF6-E96CEC451EEA}" srcOrd="1" destOrd="0" parTransId="{6677F0BB-BF5E-40BD-83C7-ED3C7E7FEA6E}" sibTransId="{A1DE7E12-2EF7-46FA-90D8-69E980FA924F}"/>
    <dgm:cxn modelId="{EC19BED8-7646-4DAB-968E-078A4D076658}" type="presOf" srcId="{7EA19798-AAE1-406B-8434-D5340A4EE26B}" destId="{95F3D5D9-BD23-49FB-AE0D-4ADDD67B0B3E}" srcOrd="0" destOrd="0" presId="urn:microsoft.com/office/officeart/2005/8/layout/orgChart1"/>
    <dgm:cxn modelId="{87E32CDC-C420-4AAC-BA04-3E288F01B3E9}" type="presOf" srcId="{1C020F9C-936E-4699-BC40-CC955AA2E81C}" destId="{F856EC7B-C362-4A4F-8665-68662269A6D5}" srcOrd="0" destOrd="0" presId="urn:microsoft.com/office/officeart/2005/8/layout/orgChart1"/>
    <dgm:cxn modelId="{51972DDC-851A-489F-8E81-DB0EE36E18F7}" type="presOf" srcId="{8EF4E1D5-B60F-49A6-8526-A059C26C4868}" destId="{3DB6E199-4BD9-4360-805F-C64BF578A616}" srcOrd="0" destOrd="0" presId="urn:microsoft.com/office/officeart/2005/8/layout/orgChart1"/>
    <dgm:cxn modelId="{BF7FDFDD-4BA1-4E92-BEAD-0736D119D9C4}" srcId="{353BBFE9-FAB7-4AA4-9833-4E132FB92EF0}" destId="{D6EA358A-5D2F-45CE-BFDC-11CD0EFDC2C3}" srcOrd="1" destOrd="0" parTransId="{80B7842B-252B-486B-8484-326AB4E3D120}" sibTransId="{B5743455-B63E-4F49-B9C7-D43422AFCBF5}"/>
    <dgm:cxn modelId="{B8318FE1-94B9-4665-803D-952C88BB0A83}" type="presOf" srcId="{5AD6BA09-6127-478B-8402-2D3CFB950D3F}" destId="{33BFCEA3-2E3A-4C05-9516-98C1F4A9A80A}" srcOrd="1" destOrd="0" presId="urn:microsoft.com/office/officeart/2005/8/layout/orgChart1"/>
    <dgm:cxn modelId="{C8ECDEE3-5B58-48F1-B15C-2CCD2D9C3072}" srcId="{E8445ECB-9502-407B-891F-B5099C28DD37}" destId="{1FD88D58-B89E-4005-B082-F955137E624D}" srcOrd="1" destOrd="0" parTransId="{B141345B-8BCB-401A-BB17-E0EAE1F59838}" sibTransId="{2A0ADB9E-DCDE-4815-A8A1-78A22F15D434}"/>
    <dgm:cxn modelId="{5EF88DEA-0FEE-470C-891B-37815A34EBD7}" type="presOf" srcId="{D6EA358A-5D2F-45CE-BFDC-11CD0EFDC2C3}" destId="{06026F86-CCBD-49A1-9AB1-680A0A0750E3}" srcOrd="0" destOrd="0" presId="urn:microsoft.com/office/officeart/2005/8/layout/orgChart1"/>
    <dgm:cxn modelId="{F49E81EC-8A2F-449B-994A-F32DC3380EE5}" type="presOf" srcId="{3CFF493C-AD32-4A0F-A8C0-5C288E8080AC}" destId="{6F094D7E-82DE-4182-8F0A-D58D14B873C9}" srcOrd="0" destOrd="0" presId="urn:microsoft.com/office/officeart/2005/8/layout/orgChart1"/>
    <dgm:cxn modelId="{52F0B4F5-12EC-44EA-97C1-96BB40C37495}" type="presOf" srcId="{A9ACA14B-9692-4D4B-991B-AF7294996B89}" destId="{26ADA4A1-8084-41C7-8AA3-5A85CC832D93}" srcOrd="1" destOrd="0" presId="urn:microsoft.com/office/officeart/2005/8/layout/orgChart1"/>
    <dgm:cxn modelId="{64EA62F6-E2E5-4A1C-83C2-3CC0800E8B0F}" type="presOf" srcId="{D588CF13-130D-426E-B430-FB64E8999163}" destId="{9EECA847-DFA2-479C-AD76-BFC1B203A012}" srcOrd="0" destOrd="0" presId="urn:microsoft.com/office/officeart/2005/8/layout/orgChart1"/>
    <dgm:cxn modelId="{449C3FFB-5247-4527-9049-AB0986699EF9}" type="presOf" srcId="{E8445ECB-9502-407B-891F-B5099C28DD37}" destId="{8365046B-3BE8-4E22-99CA-4D12961E2C3E}" srcOrd="1" destOrd="0" presId="urn:microsoft.com/office/officeart/2005/8/layout/orgChart1"/>
    <dgm:cxn modelId="{1B53B8FF-0075-4858-B3B5-EF2B1B2367CA}" srcId="{1C020F9C-936E-4699-BC40-CC955AA2E81C}" destId="{99C0BC9D-C40D-48C6-8A10-4FB790E9E664}" srcOrd="0" destOrd="0" parTransId="{5F26A714-F693-4187-9BF3-EA8BE95F3FE7}" sibTransId="{88122D3B-F24B-4D3F-8268-E61CC69A48B7}"/>
    <dgm:cxn modelId="{BE818D7E-7E63-4D4C-8F4A-CD7F018B9A7C}" type="presParOf" srcId="{24233D6E-EFA0-4941-A874-B5EDEAD03639}" destId="{AE32E39E-CE5C-49ED-BED7-8A54879E782F}" srcOrd="0" destOrd="0" presId="urn:microsoft.com/office/officeart/2005/8/layout/orgChart1"/>
    <dgm:cxn modelId="{585E1655-69FF-4230-B570-C3DEB9B012E0}" type="presParOf" srcId="{AE32E39E-CE5C-49ED-BED7-8A54879E782F}" destId="{6B5A87DF-DF34-471F-9E02-E260153B4960}" srcOrd="0" destOrd="0" presId="urn:microsoft.com/office/officeart/2005/8/layout/orgChart1"/>
    <dgm:cxn modelId="{666DCCE6-0979-4551-89E5-E5F5712BD1F5}" type="presParOf" srcId="{6B5A87DF-DF34-471F-9E02-E260153B4960}" destId="{9F66CA47-008F-4278-8B35-8C64FCA4C8A1}" srcOrd="0" destOrd="0" presId="urn:microsoft.com/office/officeart/2005/8/layout/orgChart1"/>
    <dgm:cxn modelId="{0766143A-9F55-4FE2-8F25-9EEF3DC80512}" type="presParOf" srcId="{6B5A87DF-DF34-471F-9E02-E260153B4960}" destId="{8365046B-3BE8-4E22-99CA-4D12961E2C3E}" srcOrd="1" destOrd="0" presId="urn:microsoft.com/office/officeart/2005/8/layout/orgChart1"/>
    <dgm:cxn modelId="{1954B3AA-3D04-46BF-BEC0-068193535C02}" type="presParOf" srcId="{AE32E39E-CE5C-49ED-BED7-8A54879E782F}" destId="{E159A349-525E-4CDA-9D1E-37C4DB5E0CA2}" srcOrd="1" destOrd="0" presId="urn:microsoft.com/office/officeart/2005/8/layout/orgChart1"/>
    <dgm:cxn modelId="{9701AF58-D330-4717-BE44-997327A0F51C}" type="presParOf" srcId="{E159A349-525E-4CDA-9D1E-37C4DB5E0CA2}" destId="{95F3D5D9-BD23-49FB-AE0D-4ADDD67B0B3E}" srcOrd="0" destOrd="0" presId="urn:microsoft.com/office/officeart/2005/8/layout/orgChart1"/>
    <dgm:cxn modelId="{B7832746-D0B2-4EB1-8F93-26E05F77BA28}" type="presParOf" srcId="{E159A349-525E-4CDA-9D1E-37C4DB5E0CA2}" destId="{AC073BA2-FEA0-41FD-9C2A-FFE976138C46}" srcOrd="1" destOrd="0" presId="urn:microsoft.com/office/officeart/2005/8/layout/orgChart1"/>
    <dgm:cxn modelId="{0DCA1DFF-EA54-4C0D-894E-2994C8B834B0}" type="presParOf" srcId="{AC073BA2-FEA0-41FD-9C2A-FFE976138C46}" destId="{389EE0D0-EAAD-4EEC-B125-AFA8C41A78B2}" srcOrd="0" destOrd="0" presId="urn:microsoft.com/office/officeart/2005/8/layout/orgChart1"/>
    <dgm:cxn modelId="{87943752-2D51-4C73-8949-2F73BB1B0BDF}" type="presParOf" srcId="{389EE0D0-EAAD-4EEC-B125-AFA8C41A78B2}" destId="{8D46BDDF-8C9A-48E7-BAAF-2CE2CBFB5EB4}" srcOrd="0" destOrd="0" presId="urn:microsoft.com/office/officeart/2005/8/layout/orgChart1"/>
    <dgm:cxn modelId="{D7AE5D23-4BA3-42C4-9D18-56B37A76F2BB}" type="presParOf" srcId="{389EE0D0-EAAD-4EEC-B125-AFA8C41A78B2}" destId="{8A17A636-CED5-4CD0-96C7-B964D11B0F3A}" srcOrd="1" destOrd="0" presId="urn:microsoft.com/office/officeart/2005/8/layout/orgChart1"/>
    <dgm:cxn modelId="{1DA593C0-DC0A-4584-9AE2-D3F9763ACA8E}" type="presParOf" srcId="{AC073BA2-FEA0-41FD-9C2A-FFE976138C46}" destId="{50E7FACC-F0BA-45FA-A97C-50D754FAF6B5}" srcOrd="1" destOrd="0" presId="urn:microsoft.com/office/officeart/2005/8/layout/orgChart1"/>
    <dgm:cxn modelId="{9C51D499-408C-4D5C-843A-10D072B1642E}" type="presParOf" srcId="{AC073BA2-FEA0-41FD-9C2A-FFE976138C46}" destId="{87462C84-83EE-4BC7-B263-C7002BF7BC92}" srcOrd="2" destOrd="0" presId="urn:microsoft.com/office/officeart/2005/8/layout/orgChart1"/>
    <dgm:cxn modelId="{29C91C8E-182F-40B9-B904-46AF9EA6911D}" type="presParOf" srcId="{87462C84-83EE-4BC7-B263-C7002BF7BC92}" destId="{2BECD515-7426-4AA2-A944-6E4F2AE65E01}" srcOrd="0" destOrd="0" presId="urn:microsoft.com/office/officeart/2005/8/layout/orgChart1"/>
    <dgm:cxn modelId="{72312074-D86B-4916-B548-DDC5F7083005}" type="presParOf" srcId="{87462C84-83EE-4BC7-B263-C7002BF7BC92}" destId="{E1876E2A-93D5-4C72-9DC2-97449A7E952E}" srcOrd="1" destOrd="0" presId="urn:microsoft.com/office/officeart/2005/8/layout/orgChart1"/>
    <dgm:cxn modelId="{F6323751-4C99-459A-B16B-8D83DFFF46D6}" type="presParOf" srcId="{E1876E2A-93D5-4C72-9DC2-97449A7E952E}" destId="{F7437377-62BC-4FCD-AE04-285552FED3B4}" srcOrd="0" destOrd="0" presId="urn:microsoft.com/office/officeart/2005/8/layout/orgChart1"/>
    <dgm:cxn modelId="{FE576B72-404A-468C-BBD8-BAFAF689FAC4}" type="presParOf" srcId="{F7437377-62BC-4FCD-AE04-285552FED3B4}" destId="{F856EC7B-C362-4A4F-8665-68662269A6D5}" srcOrd="0" destOrd="0" presId="urn:microsoft.com/office/officeart/2005/8/layout/orgChart1"/>
    <dgm:cxn modelId="{1D069B34-6168-4740-965E-F77EF4DCD627}" type="presParOf" srcId="{F7437377-62BC-4FCD-AE04-285552FED3B4}" destId="{2A7281AD-8374-4507-9991-D09F1B170D00}" srcOrd="1" destOrd="0" presId="urn:microsoft.com/office/officeart/2005/8/layout/orgChart1"/>
    <dgm:cxn modelId="{798D65EA-5A3E-44F1-B7F8-3391DFC6ACFC}" type="presParOf" srcId="{E1876E2A-93D5-4C72-9DC2-97449A7E952E}" destId="{9BDCE0B1-ED63-437F-8B5C-2125ADAE45FB}" srcOrd="1" destOrd="0" presId="urn:microsoft.com/office/officeart/2005/8/layout/orgChart1"/>
    <dgm:cxn modelId="{2FCB5C0C-FBD0-48FE-99AA-A47F05D94ED5}" type="presParOf" srcId="{E1876E2A-93D5-4C72-9DC2-97449A7E952E}" destId="{325EFB79-6D1B-4737-8FEF-B5371AB1FCFC}" srcOrd="2" destOrd="0" presId="urn:microsoft.com/office/officeart/2005/8/layout/orgChart1"/>
    <dgm:cxn modelId="{4E0A74C7-4E7A-4CC1-B32C-6827E6E3D891}" type="presParOf" srcId="{325EFB79-6D1B-4737-8FEF-B5371AB1FCFC}" destId="{59CE4F88-FE1E-4556-AACA-ECBBE42A8513}" srcOrd="0" destOrd="0" presId="urn:microsoft.com/office/officeart/2005/8/layout/orgChart1"/>
    <dgm:cxn modelId="{E5CC2402-D1DF-4557-B60E-03855864FBDE}" type="presParOf" srcId="{325EFB79-6D1B-4737-8FEF-B5371AB1FCFC}" destId="{E03055CA-64D5-4CCC-9DBA-70B4E921C654}" srcOrd="1" destOrd="0" presId="urn:microsoft.com/office/officeart/2005/8/layout/orgChart1"/>
    <dgm:cxn modelId="{C32B15E7-FC1B-488C-9184-8AFD6E14F950}" type="presParOf" srcId="{E03055CA-64D5-4CCC-9DBA-70B4E921C654}" destId="{92BFF1F9-7BF9-4499-A364-178CDAA7F5C1}" srcOrd="0" destOrd="0" presId="urn:microsoft.com/office/officeart/2005/8/layout/orgChart1"/>
    <dgm:cxn modelId="{47EDE7AB-7A8F-4CFD-90E9-920CCD34A26C}" type="presParOf" srcId="{92BFF1F9-7BF9-4499-A364-178CDAA7F5C1}" destId="{3742C507-613E-4139-9BE0-46723C95470E}" srcOrd="0" destOrd="0" presId="urn:microsoft.com/office/officeart/2005/8/layout/orgChart1"/>
    <dgm:cxn modelId="{2ECE6CA1-6133-4FDF-87C2-8F49D1972DE0}" type="presParOf" srcId="{92BFF1F9-7BF9-4499-A364-178CDAA7F5C1}" destId="{B287A511-91EF-44FA-95C5-3C24E52108B3}" srcOrd="1" destOrd="0" presId="urn:microsoft.com/office/officeart/2005/8/layout/orgChart1"/>
    <dgm:cxn modelId="{8EB8451C-2CA0-4371-A4E0-33AC7F223DB6}" type="presParOf" srcId="{E03055CA-64D5-4CCC-9DBA-70B4E921C654}" destId="{AB598DB7-465D-456D-8A52-5F5809B3C8C3}" srcOrd="1" destOrd="0" presId="urn:microsoft.com/office/officeart/2005/8/layout/orgChart1"/>
    <dgm:cxn modelId="{7A6E8DE1-C363-46DF-AE7B-CBA0160E8456}" type="presParOf" srcId="{E03055CA-64D5-4CCC-9DBA-70B4E921C654}" destId="{41EE01D1-84F4-4B69-8100-F3D895D3BA58}" srcOrd="2" destOrd="0" presId="urn:microsoft.com/office/officeart/2005/8/layout/orgChart1"/>
    <dgm:cxn modelId="{82A14A13-1E81-4AEE-9C8A-9610F5A13706}" type="presParOf" srcId="{41EE01D1-84F4-4B69-8100-F3D895D3BA58}" destId="{3DB6E199-4BD9-4360-805F-C64BF578A616}" srcOrd="0" destOrd="0" presId="urn:microsoft.com/office/officeart/2005/8/layout/orgChart1"/>
    <dgm:cxn modelId="{FFFFE157-A286-434D-8F37-6BA21833115A}" type="presParOf" srcId="{41EE01D1-84F4-4B69-8100-F3D895D3BA58}" destId="{50B476E8-1087-4B4C-B97C-19D7DD27B9B1}" srcOrd="1" destOrd="0" presId="urn:microsoft.com/office/officeart/2005/8/layout/orgChart1"/>
    <dgm:cxn modelId="{0DAF0616-72CC-4689-B63F-852E3755AC29}" type="presParOf" srcId="{50B476E8-1087-4B4C-B97C-19D7DD27B9B1}" destId="{72754AD3-FB68-4A98-96EC-E555DB1AB7D7}" srcOrd="0" destOrd="0" presId="urn:microsoft.com/office/officeart/2005/8/layout/orgChart1"/>
    <dgm:cxn modelId="{330B3C40-423F-4AEF-B5FD-A3489A21D9A3}" type="presParOf" srcId="{72754AD3-FB68-4A98-96EC-E555DB1AB7D7}" destId="{7D2F4248-7EE5-4414-AB3A-5CBD2E78502C}" srcOrd="0" destOrd="0" presId="urn:microsoft.com/office/officeart/2005/8/layout/orgChart1"/>
    <dgm:cxn modelId="{35F2DB9F-80D2-46EE-AF4F-2DA79E119901}" type="presParOf" srcId="{72754AD3-FB68-4A98-96EC-E555DB1AB7D7}" destId="{2F26A160-1DD8-46DB-9ACF-C645516AA22C}" srcOrd="1" destOrd="0" presId="urn:microsoft.com/office/officeart/2005/8/layout/orgChart1"/>
    <dgm:cxn modelId="{DD445BF9-38C6-4E1A-A70B-A08D176F0B18}" type="presParOf" srcId="{50B476E8-1087-4B4C-B97C-19D7DD27B9B1}" destId="{B1E1005B-B5D3-4BBB-8FC5-73EAB3D5A862}" srcOrd="1" destOrd="0" presId="urn:microsoft.com/office/officeart/2005/8/layout/orgChart1"/>
    <dgm:cxn modelId="{E4ED9051-BAB8-4045-A0C0-BAD38A145DA7}" type="presParOf" srcId="{50B476E8-1087-4B4C-B97C-19D7DD27B9B1}" destId="{35E6473A-DF91-404C-AE13-EF63FFA748EE}" srcOrd="2" destOrd="0" presId="urn:microsoft.com/office/officeart/2005/8/layout/orgChart1"/>
    <dgm:cxn modelId="{833AF572-94A5-4C7B-B1BD-85B5FA06F4A7}" type="presParOf" srcId="{35E6473A-DF91-404C-AE13-EF63FFA748EE}" destId="{62BF3E83-CF65-4668-A6E6-CA3D277455BE}" srcOrd="0" destOrd="0" presId="urn:microsoft.com/office/officeart/2005/8/layout/orgChart1"/>
    <dgm:cxn modelId="{BCB64E47-4760-483E-9291-B52ACA98006D}" type="presParOf" srcId="{35E6473A-DF91-404C-AE13-EF63FFA748EE}" destId="{9B437163-6929-4270-95E2-83E8BAF4ABF9}" srcOrd="1" destOrd="0" presId="urn:microsoft.com/office/officeart/2005/8/layout/orgChart1"/>
    <dgm:cxn modelId="{2492B5FA-CC77-4ED5-8EE2-04FF36C325E3}" type="presParOf" srcId="{9B437163-6929-4270-95E2-83E8BAF4ABF9}" destId="{E4F52D74-9039-4ECB-9801-3D1A4C4AEF83}" srcOrd="0" destOrd="0" presId="urn:microsoft.com/office/officeart/2005/8/layout/orgChart1"/>
    <dgm:cxn modelId="{09538D82-41E5-43C1-8F03-11EED8A42A23}" type="presParOf" srcId="{E4F52D74-9039-4ECB-9801-3D1A4C4AEF83}" destId="{CC7953CA-4789-47A9-AAD8-0689FAE2BCE7}" srcOrd="0" destOrd="0" presId="urn:microsoft.com/office/officeart/2005/8/layout/orgChart1"/>
    <dgm:cxn modelId="{7673DBB0-0884-4849-86B0-99C786109D2C}" type="presParOf" srcId="{E4F52D74-9039-4ECB-9801-3D1A4C4AEF83}" destId="{26ADA4A1-8084-41C7-8AA3-5A85CC832D93}" srcOrd="1" destOrd="0" presId="urn:microsoft.com/office/officeart/2005/8/layout/orgChart1"/>
    <dgm:cxn modelId="{8B0A9B3F-B161-4CCA-A0A1-01414A10AD98}" type="presParOf" srcId="{9B437163-6929-4270-95E2-83E8BAF4ABF9}" destId="{82BF40A8-C008-446A-83F4-F4A5D07B2E3B}" srcOrd="1" destOrd="0" presId="urn:microsoft.com/office/officeart/2005/8/layout/orgChart1"/>
    <dgm:cxn modelId="{439BCF08-D404-4C70-AFF3-67532E79F6CF}" type="presParOf" srcId="{9B437163-6929-4270-95E2-83E8BAF4ABF9}" destId="{DEF19991-01DC-49D5-BFCF-5089B627217D}" srcOrd="2" destOrd="0" presId="urn:microsoft.com/office/officeart/2005/8/layout/orgChart1"/>
    <dgm:cxn modelId="{946EEDD7-073A-447C-A3C8-5CF29D9147D3}" type="presParOf" srcId="{DEF19991-01DC-49D5-BFCF-5089B627217D}" destId="{98988DC9-FCBD-49B4-AC8C-D58AEE63392E}" srcOrd="0" destOrd="0" presId="urn:microsoft.com/office/officeart/2005/8/layout/orgChart1"/>
    <dgm:cxn modelId="{975CC6B0-539C-42E1-89D1-15476172999A}" type="presParOf" srcId="{DEF19991-01DC-49D5-BFCF-5089B627217D}" destId="{A39AC8BD-DB89-4F63-89A2-EAA3E91B7C2F}" srcOrd="1" destOrd="0" presId="urn:microsoft.com/office/officeart/2005/8/layout/orgChart1"/>
    <dgm:cxn modelId="{3E3CEA2A-88E7-41E6-8DBB-66D86EF468EF}" type="presParOf" srcId="{A39AC8BD-DB89-4F63-89A2-EAA3E91B7C2F}" destId="{A9A42D50-446C-4C93-B309-07D8F97F8D94}" srcOrd="0" destOrd="0" presId="urn:microsoft.com/office/officeart/2005/8/layout/orgChart1"/>
    <dgm:cxn modelId="{8EE2A578-6675-448B-925E-EF6214583378}" type="presParOf" srcId="{A9A42D50-446C-4C93-B309-07D8F97F8D94}" destId="{AA21B1AB-8E17-4746-AACC-15EEB696A595}" srcOrd="0" destOrd="0" presId="urn:microsoft.com/office/officeart/2005/8/layout/orgChart1"/>
    <dgm:cxn modelId="{70149D5C-E1A2-4DE2-AA92-9B48DE6B3581}" type="presParOf" srcId="{A9A42D50-446C-4C93-B309-07D8F97F8D94}" destId="{D2097ED2-9A36-4C79-9E02-E42BE30BA0AF}" srcOrd="1" destOrd="0" presId="urn:microsoft.com/office/officeart/2005/8/layout/orgChart1"/>
    <dgm:cxn modelId="{12DD763A-78D4-4018-B226-DE51852EEF20}" type="presParOf" srcId="{A39AC8BD-DB89-4F63-89A2-EAA3E91B7C2F}" destId="{70586873-CFAD-4323-ADF7-F1A3AC190F41}" srcOrd="1" destOrd="0" presId="urn:microsoft.com/office/officeart/2005/8/layout/orgChart1"/>
    <dgm:cxn modelId="{E1E34B8D-9416-4A17-88FD-82EA02EA4245}" type="presParOf" srcId="{A39AC8BD-DB89-4F63-89A2-EAA3E91B7C2F}" destId="{07786AA4-C1A2-4249-B893-7FEBB6A42D37}" srcOrd="2" destOrd="0" presId="urn:microsoft.com/office/officeart/2005/8/layout/orgChart1"/>
    <dgm:cxn modelId="{76E46DFD-0784-4EEC-B048-F9DB591BCAC5}" type="presParOf" srcId="{DEF19991-01DC-49D5-BFCF-5089B627217D}" destId="{62737439-B016-4B2E-BDD7-FD34AAB42A1C}" srcOrd="2" destOrd="0" presId="urn:microsoft.com/office/officeart/2005/8/layout/orgChart1"/>
    <dgm:cxn modelId="{27169060-A3C7-4107-9F0C-5FC201731B71}" type="presParOf" srcId="{DEF19991-01DC-49D5-BFCF-5089B627217D}" destId="{BEC424BF-8D6B-474E-B4FB-527E365FBF1C}" srcOrd="3" destOrd="0" presId="urn:microsoft.com/office/officeart/2005/8/layout/orgChart1"/>
    <dgm:cxn modelId="{731CA04D-4296-489F-8A01-853121DA6484}" type="presParOf" srcId="{BEC424BF-8D6B-474E-B4FB-527E365FBF1C}" destId="{FFA5238E-F8C7-4C21-96C2-B018D10BA4E4}" srcOrd="0" destOrd="0" presId="urn:microsoft.com/office/officeart/2005/8/layout/orgChart1"/>
    <dgm:cxn modelId="{16FD2877-6890-43A0-827C-7E2BF24EABBA}" type="presParOf" srcId="{FFA5238E-F8C7-4C21-96C2-B018D10BA4E4}" destId="{27E54ED1-7108-4769-8891-7FC36463EC97}" srcOrd="0" destOrd="0" presId="urn:microsoft.com/office/officeart/2005/8/layout/orgChart1"/>
    <dgm:cxn modelId="{0A04C965-4867-439D-9E4A-A1AB56296269}" type="presParOf" srcId="{FFA5238E-F8C7-4C21-96C2-B018D10BA4E4}" destId="{9AD35991-8B03-4DA6-A715-3E7BAF1E5784}" srcOrd="1" destOrd="0" presId="urn:microsoft.com/office/officeart/2005/8/layout/orgChart1"/>
    <dgm:cxn modelId="{1B67E101-BB25-4FC0-84E3-EDE2CEAC7D92}" type="presParOf" srcId="{BEC424BF-8D6B-474E-B4FB-527E365FBF1C}" destId="{C2D73CD5-6416-4101-9800-F03E2CFC0EE8}" srcOrd="1" destOrd="0" presId="urn:microsoft.com/office/officeart/2005/8/layout/orgChart1"/>
    <dgm:cxn modelId="{1D82B72F-ABBA-47BF-8161-2753F1C64C13}" type="presParOf" srcId="{BEC424BF-8D6B-474E-B4FB-527E365FBF1C}" destId="{8BDAE526-0B8E-423B-825A-8608CA30409E}" srcOrd="2" destOrd="0" presId="urn:microsoft.com/office/officeart/2005/8/layout/orgChart1"/>
    <dgm:cxn modelId="{812815CF-D948-4D79-8E8E-D1C26FD8AA44}" type="presParOf" srcId="{DEF19991-01DC-49D5-BFCF-5089B627217D}" destId="{9FDAA62C-1FE7-4BA4-BA48-E6567DE65260}" srcOrd="4" destOrd="0" presId="urn:microsoft.com/office/officeart/2005/8/layout/orgChart1"/>
    <dgm:cxn modelId="{EC020706-06C8-44A3-BCD0-729D36F5044D}" type="presParOf" srcId="{DEF19991-01DC-49D5-BFCF-5089B627217D}" destId="{E9A03873-0C80-4E21-BCFB-E266C1D970E6}" srcOrd="5" destOrd="0" presId="urn:microsoft.com/office/officeart/2005/8/layout/orgChart1"/>
    <dgm:cxn modelId="{EDEF3C45-D793-4C57-87E9-7D77F071BDC2}" type="presParOf" srcId="{E9A03873-0C80-4E21-BCFB-E266C1D970E6}" destId="{49A01D2F-DB94-43F3-9581-C8724FD11014}" srcOrd="0" destOrd="0" presId="urn:microsoft.com/office/officeart/2005/8/layout/orgChart1"/>
    <dgm:cxn modelId="{F9307114-FF04-4B12-A766-856437A28E3C}" type="presParOf" srcId="{49A01D2F-DB94-43F3-9581-C8724FD11014}" destId="{14669DD5-E18E-4B65-B87E-60B9DC8F397E}" srcOrd="0" destOrd="0" presId="urn:microsoft.com/office/officeart/2005/8/layout/orgChart1"/>
    <dgm:cxn modelId="{04C0F149-9623-4232-86FD-9EB9CC1FF1F4}" type="presParOf" srcId="{49A01D2F-DB94-43F3-9581-C8724FD11014}" destId="{0482797B-BCB5-498C-BE03-4345E1E3D1E7}" srcOrd="1" destOrd="0" presId="urn:microsoft.com/office/officeart/2005/8/layout/orgChart1"/>
    <dgm:cxn modelId="{951EC0F0-38FB-46C2-AC12-2792DAC63045}" type="presParOf" srcId="{E9A03873-0C80-4E21-BCFB-E266C1D970E6}" destId="{49068A10-26D7-4A61-8C11-1FB395CA9F17}" srcOrd="1" destOrd="0" presId="urn:microsoft.com/office/officeart/2005/8/layout/orgChart1"/>
    <dgm:cxn modelId="{BC4BCE4F-04EE-4A93-8B44-56BE92FF19C4}" type="presParOf" srcId="{E9A03873-0C80-4E21-BCFB-E266C1D970E6}" destId="{9FE1FEF9-7F57-4114-B3BC-F66AF71FE49D}" srcOrd="2" destOrd="0" presId="urn:microsoft.com/office/officeart/2005/8/layout/orgChart1"/>
    <dgm:cxn modelId="{1A079952-AE02-4726-A9A9-23BE1A9BEF89}" type="presParOf" srcId="{DEF19991-01DC-49D5-BFCF-5089B627217D}" destId="{6AC9A884-2B68-47B5-8858-E9879EDA42A7}" srcOrd="6" destOrd="0" presId="urn:microsoft.com/office/officeart/2005/8/layout/orgChart1"/>
    <dgm:cxn modelId="{F2644D16-B972-496F-BF23-6EFD6ECE9C7C}" type="presParOf" srcId="{DEF19991-01DC-49D5-BFCF-5089B627217D}" destId="{EC06E0FB-DEB9-4673-9C99-49104B3CDD59}" srcOrd="7" destOrd="0" presId="urn:microsoft.com/office/officeart/2005/8/layout/orgChart1"/>
    <dgm:cxn modelId="{DDEB65DA-5C2B-4D20-8C77-39F4909AA976}" type="presParOf" srcId="{EC06E0FB-DEB9-4673-9C99-49104B3CDD59}" destId="{CC789D0B-480D-4509-97A0-61A1CF286AB4}" srcOrd="0" destOrd="0" presId="urn:microsoft.com/office/officeart/2005/8/layout/orgChart1"/>
    <dgm:cxn modelId="{ABAACE09-68C1-485C-A737-0561B8F6A895}" type="presParOf" srcId="{CC789D0B-480D-4509-97A0-61A1CF286AB4}" destId="{F3E45F5E-D2C7-4212-ADD7-9A9D5E8EFCDC}" srcOrd="0" destOrd="0" presId="urn:microsoft.com/office/officeart/2005/8/layout/orgChart1"/>
    <dgm:cxn modelId="{053D3ADA-3EB9-42CE-99B5-066336C36210}" type="presParOf" srcId="{CC789D0B-480D-4509-97A0-61A1CF286AB4}" destId="{42FEDCB7-1A7F-4C21-AAB5-86DAB9EEA714}" srcOrd="1" destOrd="0" presId="urn:microsoft.com/office/officeart/2005/8/layout/orgChart1"/>
    <dgm:cxn modelId="{CAC78461-7DB9-44EF-B9EF-6F965E3FF0A8}" type="presParOf" srcId="{EC06E0FB-DEB9-4673-9C99-49104B3CDD59}" destId="{18D67BD0-AB99-4FFF-978C-D78B4935B4E1}" srcOrd="1" destOrd="0" presId="urn:microsoft.com/office/officeart/2005/8/layout/orgChart1"/>
    <dgm:cxn modelId="{DEBADD70-E5EF-496C-AFD0-B6796921053B}" type="presParOf" srcId="{EC06E0FB-DEB9-4673-9C99-49104B3CDD59}" destId="{5506CC6F-7EF5-45C2-8103-91ABE4403CF4}" srcOrd="2" destOrd="0" presId="urn:microsoft.com/office/officeart/2005/8/layout/orgChart1"/>
    <dgm:cxn modelId="{9C903952-8893-40C8-9E79-6582BC1A3263}" type="presParOf" srcId="{35E6473A-DF91-404C-AE13-EF63FFA748EE}" destId="{1A9D2D81-E7E9-4DB9-AE55-2E13B07B233B}" srcOrd="2" destOrd="0" presId="urn:microsoft.com/office/officeart/2005/8/layout/orgChart1"/>
    <dgm:cxn modelId="{DEB767CB-9072-4300-B514-3F135C8E6F38}" type="presParOf" srcId="{35E6473A-DF91-404C-AE13-EF63FFA748EE}" destId="{BBDC0B0F-DCFC-474F-AEA8-3A45243EB143}" srcOrd="3" destOrd="0" presId="urn:microsoft.com/office/officeart/2005/8/layout/orgChart1"/>
    <dgm:cxn modelId="{89553B0A-D531-41FC-952F-16CB1A8DA317}" type="presParOf" srcId="{BBDC0B0F-DCFC-474F-AEA8-3A45243EB143}" destId="{135B6C99-8F22-4C0D-998E-95EFE729B8D6}" srcOrd="0" destOrd="0" presId="urn:microsoft.com/office/officeart/2005/8/layout/orgChart1"/>
    <dgm:cxn modelId="{A28EAE56-E22A-45EA-AE2A-DE45DFA2E883}" type="presParOf" srcId="{135B6C99-8F22-4C0D-998E-95EFE729B8D6}" destId="{06026F86-CCBD-49A1-9AB1-680A0A0750E3}" srcOrd="0" destOrd="0" presId="urn:microsoft.com/office/officeart/2005/8/layout/orgChart1"/>
    <dgm:cxn modelId="{67E18442-A693-49C7-8EEC-D61CD87CF984}" type="presParOf" srcId="{135B6C99-8F22-4C0D-998E-95EFE729B8D6}" destId="{C9D67149-86FF-40CA-9B47-36BA3D26BC59}" srcOrd="1" destOrd="0" presId="urn:microsoft.com/office/officeart/2005/8/layout/orgChart1"/>
    <dgm:cxn modelId="{634FC5ED-E93E-4980-8524-D2AF3EF2F66F}" type="presParOf" srcId="{BBDC0B0F-DCFC-474F-AEA8-3A45243EB143}" destId="{126723A9-3362-49CE-ABB0-7A4A530DFDD5}" srcOrd="1" destOrd="0" presId="urn:microsoft.com/office/officeart/2005/8/layout/orgChart1"/>
    <dgm:cxn modelId="{21E4EC80-DF5D-406F-9B16-7B0BB0316C31}" type="presParOf" srcId="{BBDC0B0F-DCFC-474F-AEA8-3A45243EB143}" destId="{D5B203C7-ECEA-41FB-88CB-296B77AE54E0}" srcOrd="2" destOrd="0" presId="urn:microsoft.com/office/officeart/2005/8/layout/orgChart1"/>
    <dgm:cxn modelId="{167DE690-397F-408C-BA2E-2D93799C5693}" type="presParOf" srcId="{41EE01D1-84F4-4B69-8100-F3D895D3BA58}" destId="{695E8497-4620-40CE-BCA9-2A73A6930B71}" srcOrd="2" destOrd="0" presId="urn:microsoft.com/office/officeart/2005/8/layout/orgChart1"/>
    <dgm:cxn modelId="{9E0C6E7C-BDA8-43F6-974A-B51F06BB0C81}" type="presParOf" srcId="{41EE01D1-84F4-4B69-8100-F3D895D3BA58}" destId="{B0396C49-1F71-4876-A2A2-E3E5752AB599}" srcOrd="3" destOrd="0" presId="urn:microsoft.com/office/officeart/2005/8/layout/orgChart1"/>
    <dgm:cxn modelId="{F54C86B7-50EE-4928-8125-7FD9672FA0B4}" type="presParOf" srcId="{B0396C49-1F71-4876-A2A2-E3E5752AB599}" destId="{DA2C7048-7F6A-43B7-ABDF-84FA001A33B9}" srcOrd="0" destOrd="0" presId="urn:microsoft.com/office/officeart/2005/8/layout/orgChart1"/>
    <dgm:cxn modelId="{6311657F-CD5B-4E63-B98E-D8E7ED60F341}" type="presParOf" srcId="{DA2C7048-7F6A-43B7-ABDF-84FA001A33B9}" destId="{F96E8DF4-BF51-4368-A424-68B5163CE025}" srcOrd="0" destOrd="0" presId="urn:microsoft.com/office/officeart/2005/8/layout/orgChart1"/>
    <dgm:cxn modelId="{CC535C36-F665-4F7F-983A-C2E5A7FEECCA}" type="presParOf" srcId="{DA2C7048-7F6A-43B7-ABDF-84FA001A33B9}" destId="{41B657C0-160C-405E-B6FB-F0F31CDA9D9E}" srcOrd="1" destOrd="0" presId="urn:microsoft.com/office/officeart/2005/8/layout/orgChart1"/>
    <dgm:cxn modelId="{15D27B86-1858-41CE-86FC-F5930F7BFE7F}" type="presParOf" srcId="{B0396C49-1F71-4876-A2A2-E3E5752AB599}" destId="{2FE1BD92-8027-4C8B-A199-5A10011A35C0}" srcOrd="1" destOrd="0" presId="urn:microsoft.com/office/officeart/2005/8/layout/orgChart1"/>
    <dgm:cxn modelId="{1C6CB882-11B4-4AA1-9BFE-95C6A2FF7C7C}" type="presParOf" srcId="{B0396C49-1F71-4876-A2A2-E3E5752AB599}" destId="{C21A0725-543F-45A8-80CA-BB70AF453EE3}" srcOrd="2" destOrd="0" presId="urn:microsoft.com/office/officeart/2005/8/layout/orgChart1"/>
    <dgm:cxn modelId="{03A54745-7CF2-4891-AEA7-3F544E596002}" type="presParOf" srcId="{325EFB79-6D1B-4737-8FEF-B5371AB1FCFC}" destId="{9EECA847-DFA2-479C-AD76-BFC1B203A012}" srcOrd="2" destOrd="0" presId="urn:microsoft.com/office/officeart/2005/8/layout/orgChart1"/>
    <dgm:cxn modelId="{25F8AEF9-F871-469A-B958-FE4412FE094F}" type="presParOf" srcId="{325EFB79-6D1B-4737-8FEF-B5371AB1FCFC}" destId="{A2A864F1-C91D-4098-8DAD-4C769C82C8C5}" srcOrd="3" destOrd="0" presId="urn:microsoft.com/office/officeart/2005/8/layout/orgChart1"/>
    <dgm:cxn modelId="{7601E54D-23F4-4618-AA70-D4B6FCD0FA91}" type="presParOf" srcId="{A2A864F1-C91D-4098-8DAD-4C769C82C8C5}" destId="{D0DAAF19-725D-4240-A94B-85277A305864}" srcOrd="0" destOrd="0" presId="urn:microsoft.com/office/officeart/2005/8/layout/orgChart1"/>
    <dgm:cxn modelId="{ADCF641D-80B2-46B2-A4C3-9C9EB17A57D1}" type="presParOf" srcId="{D0DAAF19-725D-4240-A94B-85277A305864}" destId="{FCF8F189-6E99-40CB-9EC0-C4EC2DEC8F3C}" srcOrd="0" destOrd="0" presId="urn:microsoft.com/office/officeart/2005/8/layout/orgChart1"/>
    <dgm:cxn modelId="{E04C2CD3-1C34-4988-8C80-C8AD9F7BBAEA}" type="presParOf" srcId="{D0DAAF19-725D-4240-A94B-85277A305864}" destId="{33BFCEA3-2E3A-4C05-9516-98C1F4A9A80A}" srcOrd="1" destOrd="0" presId="urn:microsoft.com/office/officeart/2005/8/layout/orgChart1"/>
    <dgm:cxn modelId="{7C342C04-8177-4712-BEF0-8558A7A0090F}" type="presParOf" srcId="{A2A864F1-C91D-4098-8DAD-4C769C82C8C5}" destId="{AD334BF3-D72C-431B-A131-CC16C6D11FAA}" srcOrd="1" destOrd="0" presId="urn:microsoft.com/office/officeart/2005/8/layout/orgChart1"/>
    <dgm:cxn modelId="{3C1FCEE7-AB8D-4191-A7F6-2EAD77C38429}" type="presParOf" srcId="{A2A864F1-C91D-4098-8DAD-4C769C82C8C5}" destId="{45BD1247-7330-4283-9953-04AE3CCC85DC}" srcOrd="2" destOrd="0" presId="urn:microsoft.com/office/officeart/2005/8/layout/orgChart1"/>
    <dgm:cxn modelId="{E36B4B93-EA29-490F-BA8E-1147F764D115}" type="presParOf" srcId="{45BD1247-7330-4283-9953-04AE3CCC85DC}" destId="{F1DC055A-85DA-49A2-89DD-09904373AC8C}" srcOrd="0" destOrd="0" presId="urn:microsoft.com/office/officeart/2005/8/layout/orgChart1"/>
    <dgm:cxn modelId="{2347C514-3BBF-46B8-A5C5-A6158EB38391}" type="presParOf" srcId="{45BD1247-7330-4283-9953-04AE3CCC85DC}" destId="{26905FC7-52C3-47A4-8579-EF18CB8398D1}" srcOrd="1" destOrd="0" presId="urn:microsoft.com/office/officeart/2005/8/layout/orgChart1"/>
    <dgm:cxn modelId="{7B52F2DE-AB8A-4E09-A820-2A817BF127BD}" type="presParOf" srcId="{26905FC7-52C3-47A4-8579-EF18CB8398D1}" destId="{57C8FE5B-F6C1-4902-8BA2-188E74923863}" srcOrd="0" destOrd="0" presId="urn:microsoft.com/office/officeart/2005/8/layout/orgChart1"/>
    <dgm:cxn modelId="{FB6A886E-221C-4BF0-AB54-01EF0E60C24B}" type="presParOf" srcId="{57C8FE5B-F6C1-4902-8BA2-188E74923863}" destId="{7AC6E110-42F5-4591-858C-977624CA2F09}" srcOrd="0" destOrd="0" presId="urn:microsoft.com/office/officeart/2005/8/layout/orgChart1"/>
    <dgm:cxn modelId="{D49239F5-447D-45D3-912C-41DF7DEEEE0E}" type="presParOf" srcId="{57C8FE5B-F6C1-4902-8BA2-188E74923863}" destId="{BEF5AD5E-D27F-4E13-B48A-B42E65D6944B}" srcOrd="1" destOrd="0" presId="urn:microsoft.com/office/officeart/2005/8/layout/orgChart1"/>
    <dgm:cxn modelId="{755462DC-BEA3-4F56-AEA7-CA9E940633A2}" type="presParOf" srcId="{26905FC7-52C3-47A4-8579-EF18CB8398D1}" destId="{FDE999AD-B2B7-4B53-9B4C-4AC7D29A48A4}" srcOrd="1" destOrd="0" presId="urn:microsoft.com/office/officeart/2005/8/layout/orgChart1"/>
    <dgm:cxn modelId="{AB7EDB36-D334-43A9-85E6-83EBB13182EA}" type="presParOf" srcId="{26905FC7-52C3-47A4-8579-EF18CB8398D1}" destId="{AC1AE2A0-A806-42AB-B3F0-5E5D6FDDE9F2}" srcOrd="2" destOrd="0" presId="urn:microsoft.com/office/officeart/2005/8/layout/orgChart1"/>
    <dgm:cxn modelId="{A926975B-7465-40DF-885B-679B37343AE1}" type="presParOf" srcId="{45BD1247-7330-4283-9953-04AE3CCC85DC}" destId="{75C2E90F-DD8F-413B-ABE1-B8012F0A2911}" srcOrd="2" destOrd="0" presId="urn:microsoft.com/office/officeart/2005/8/layout/orgChart1"/>
    <dgm:cxn modelId="{C91A1E68-90D2-4E99-AC13-6AE181D4AF9C}" type="presParOf" srcId="{45BD1247-7330-4283-9953-04AE3CCC85DC}" destId="{1862B04B-C751-41E1-95EE-5A3C33F35330}" srcOrd="3" destOrd="0" presId="urn:microsoft.com/office/officeart/2005/8/layout/orgChart1"/>
    <dgm:cxn modelId="{BF2519E7-5569-4237-BDA9-6E3FFF08CA11}" type="presParOf" srcId="{1862B04B-C751-41E1-95EE-5A3C33F35330}" destId="{1C4C416A-2525-42D8-8AD9-566DA12F15E7}" srcOrd="0" destOrd="0" presId="urn:microsoft.com/office/officeart/2005/8/layout/orgChart1"/>
    <dgm:cxn modelId="{DD06EA10-0539-4EDF-AB0F-85853401CF48}" type="presParOf" srcId="{1C4C416A-2525-42D8-8AD9-566DA12F15E7}" destId="{2D5C03E5-6D92-415B-BEE9-A9FC238707E8}" srcOrd="0" destOrd="0" presId="urn:microsoft.com/office/officeart/2005/8/layout/orgChart1"/>
    <dgm:cxn modelId="{16508479-F200-45F3-AB43-FF2646D2513E}" type="presParOf" srcId="{1C4C416A-2525-42D8-8AD9-566DA12F15E7}" destId="{668C05AF-6E6C-47F5-918B-C90415A735C8}" srcOrd="1" destOrd="0" presId="urn:microsoft.com/office/officeart/2005/8/layout/orgChart1"/>
    <dgm:cxn modelId="{7CF9A17D-5A03-4B1D-A5A2-BC74BBC74C61}" type="presParOf" srcId="{1862B04B-C751-41E1-95EE-5A3C33F35330}" destId="{3A787A6F-2167-423E-9C87-401044E29BE3}" srcOrd="1" destOrd="0" presId="urn:microsoft.com/office/officeart/2005/8/layout/orgChart1"/>
    <dgm:cxn modelId="{868CD68C-35A6-462B-8E7C-A2232444C4C5}" type="presParOf" srcId="{1862B04B-C751-41E1-95EE-5A3C33F35330}" destId="{6ADE3CBF-0549-46DF-B555-F7BE7ABA2E1A}" srcOrd="2" destOrd="0" presId="urn:microsoft.com/office/officeart/2005/8/layout/orgChart1"/>
    <dgm:cxn modelId="{61C4DA88-CAFF-4E6F-85D8-BE6B45C75F46}" type="presParOf" srcId="{87462C84-83EE-4BC7-B263-C7002BF7BC92}" destId="{A566D819-BA54-4DB7-B5DF-ABAAE380DE0B}" srcOrd="2" destOrd="0" presId="urn:microsoft.com/office/officeart/2005/8/layout/orgChart1"/>
    <dgm:cxn modelId="{EEE1058F-6AD4-4218-BDC7-0DBF081DE685}" type="presParOf" srcId="{87462C84-83EE-4BC7-B263-C7002BF7BC92}" destId="{115D0166-00FA-4C84-9D95-5624E0ABCD9D}" srcOrd="3" destOrd="0" presId="urn:microsoft.com/office/officeart/2005/8/layout/orgChart1"/>
    <dgm:cxn modelId="{FE6EBF76-AC2F-4A67-951B-8DA4FE4AACF2}" type="presParOf" srcId="{115D0166-00FA-4C84-9D95-5624E0ABCD9D}" destId="{D909A7B0-A8F1-4768-902E-A76B8481C92E}" srcOrd="0" destOrd="0" presId="urn:microsoft.com/office/officeart/2005/8/layout/orgChart1"/>
    <dgm:cxn modelId="{488FA488-7985-4D13-AF25-0EE9B54B8511}" type="presParOf" srcId="{D909A7B0-A8F1-4768-902E-A76B8481C92E}" destId="{6F094D7E-82DE-4182-8F0A-D58D14B873C9}" srcOrd="0" destOrd="0" presId="urn:microsoft.com/office/officeart/2005/8/layout/orgChart1"/>
    <dgm:cxn modelId="{2017E07D-8A87-453F-A49D-56E56D8172D5}" type="presParOf" srcId="{D909A7B0-A8F1-4768-902E-A76B8481C92E}" destId="{D2ADF38D-1F3A-4233-8DEC-67C216A54585}" srcOrd="1" destOrd="0" presId="urn:microsoft.com/office/officeart/2005/8/layout/orgChart1"/>
    <dgm:cxn modelId="{B27214DA-60A4-4168-B593-35E2E1FD622B}" type="presParOf" srcId="{115D0166-00FA-4C84-9D95-5624E0ABCD9D}" destId="{B682BB97-CEA6-454E-91AC-CBC90FD8F2EB}" srcOrd="1" destOrd="0" presId="urn:microsoft.com/office/officeart/2005/8/layout/orgChart1"/>
    <dgm:cxn modelId="{0A2D0E11-8ED9-4AAF-AAC8-982172B4A02A}" type="presParOf" srcId="{115D0166-00FA-4C84-9D95-5624E0ABCD9D}" destId="{1C9581A6-F9F9-4A80-9904-15D6BC249A3E}" srcOrd="2" destOrd="0" presId="urn:microsoft.com/office/officeart/2005/8/layout/orgChart1"/>
    <dgm:cxn modelId="{E94910F4-D7B8-4304-93E4-F49C0414D6EF}" type="presParOf" srcId="{E159A349-525E-4CDA-9D1E-37C4DB5E0CA2}" destId="{88160185-FEA1-425B-AD13-4E10ACD0C6C5}" srcOrd="2" destOrd="0" presId="urn:microsoft.com/office/officeart/2005/8/layout/orgChart1"/>
    <dgm:cxn modelId="{A290906B-06B1-46D0-B421-B22E1FF55655}" type="presParOf" srcId="{E159A349-525E-4CDA-9D1E-37C4DB5E0CA2}" destId="{09A046D6-D157-49BE-A94A-1129D5D483B7}" srcOrd="3" destOrd="0" presId="urn:microsoft.com/office/officeart/2005/8/layout/orgChart1"/>
    <dgm:cxn modelId="{66DE071F-612D-4162-98BF-0BE4760CF0E7}" type="presParOf" srcId="{09A046D6-D157-49BE-A94A-1129D5D483B7}" destId="{48D583D8-EEEA-48E0-9F5C-2D0D90E41044}" srcOrd="0" destOrd="0" presId="urn:microsoft.com/office/officeart/2005/8/layout/orgChart1"/>
    <dgm:cxn modelId="{8DDFB969-5AF1-4F5C-A5F8-6B7E05502816}" type="presParOf" srcId="{48D583D8-EEEA-48E0-9F5C-2D0D90E41044}" destId="{2F4477C5-51EB-4420-9D50-2999B189926A}" srcOrd="0" destOrd="0" presId="urn:microsoft.com/office/officeart/2005/8/layout/orgChart1"/>
    <dgm:cxn modelId="{01757E7E-4FEB-4A82-8FDE-203C9288703E}" type="presParOf" srcId="{48D583D8-EEEA-48E0-9F5C-2D0D90E41044}" destId="{5CFD3F64-09DF-42B3-8029-1DC10F454451}" srcOrd="1" destOrd="0" presId="urn:microsoft.com/office/officeart/2005/8/layout/orgChart1"/>
    <dgm:cxn modelId="{BB32E183-E703-427F-A680-454849B8FF50}" type="presParOf" srcId="{09A046D6-D157-49BE-A94A-1129D5D483B7}" destId="{53DEAA97-22C6-4D1C-96C4-18B55BD37BF7}" srcOrd="1" destOrd="0" presId="urn:microsoft.com/office/officeart/2005/8/layout/orgChart1"/>
    <dgm:cxn modelId="{E59863F3-0B8E-4B08-BAFD-53FB308BD32B}" type="presParOf" srcId="{09A046D6-D157-49BE-A94A-1129D5D483B7}" destId="{74597AC7-7B81-4008-BD94-2E5F38F389D1}" srcOrd="2" destOrd="0" presId="urn:microsoft.com/office/officeart/2005/8/layout/orgChart1"/>
    <dgm:cxn modelId="{77E5C6C3-5758-461C-941B-783DD62B9B13}" type="presParOf" srcId="{AE32E39E-CE5C-49ED-BED7-8A54879E782F}" destId="{6ABEB643-52C2-47BA-959A-FCF1566D35C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60185-FEA1-425B-AD13-4E10ACD0C6C5}">
      <dsp:nvSpPr>
        <dsp:cNvPr id="0" name=""/>
        <dsp:cNvSpPr/>
      </dsp:nvSpPr>
      <dsp:spPr>
        <a:xfrm>
          <a:off x="7633465" y="487589"/>
          <a:ext cx="586645" cy="2036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814"/>
              </a:lnTo>
              <a:lnTo>
                <a:pt x="586645" y="101814"/>
              </a:lnTo>
              <a:lnTo>
                <a:pt x="586645" y="2036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66D819-BA54-4DB7-B5DF-ABAAE380DE0B}">
      <dsp:nvSpPr>
        <dsp:cNvPr id="0" name=""/>
        <dsp:cNvSpPr/>
      </dsp:nvSpPr>
      <dsp:spPr>
        <a:xfrm>
          <a:off x="7046819" y="1176049"/>
          <a:ext cx="101814" cy="446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6044"/>
              </a:lnTo>
              <a:lnTo>
                <a:pt x="101814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C2E90F-DD8F-413B-ABE1-B8012F0A2911}">
      <dsp:nvSpPr>
        <dsp:cNvPr id="0" name=""/>
        <dsp:cNvSpPr/>
      </dsp:nvSpPr>
      <dsp:spPr>
        <a:xfrm>
          <a:off x="5873529" y="2552968"/>
          <a:ext cx="101814" cy="446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6044"/>
              </a:lnTo>
              <a:lnTo>
                <a:pt x="101814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DC055A-85DA-49A2-89DD-09904373AC8C}">
      <dsp:nvSpPr>
        <dsp:cNvPr id="0" name=""/>
        <dsp:cNvSpPr/>
      </dsp:nvSpPr>
      <dsp:spPr>
        <a:xfrm>
          <a:off x="5771715" y="2552968"/>
          <a:ext cx="101814" cy="446044"/>
        </a:xfrm>
        <a:custGeom>
          <a:avLst/>
          <a:gdLst/>
          <a:ahLst/>
          <a:cxnLst/>
          <a:rect l="0" t="0" r="0" b="0"/>
          <a:pathLst>
            <a:path>
              <a:moveTo>
                <a:pt x="101814" y="0"/>
              </a:moveTo>
              <a:lnTo>
                <a:pt x="101814" y="446044"/>
              </a:lnTo>
              <a:lnTo>
                <a:pt x="0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ECA847-DFA2-479C-AD76-BFC1B203A012}">
      <dsp:nvSpPr>
        <dsp:cNvPr id="0" name=""/>
        <dsp:cNvSpPr/>
      </dsp:nvSpPr>
      <dsp:spPr>
        <a:xfrm>
          <a:off x="4700239" y="1864508"/>
          <a:ext cx="688459" cy="446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6044"/>
              </a:lnTo>
              <a:lnTo>
                <a:pt x="688459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5E8497-4620-40CE-BCA9-2A73A6930B71}">
      <dsp:nvSpPr>
        <dsp:cNvPr id="0" name=""/>
        <dsp:cNvSpPr/>
      </dsp:nvSpPr>
      <dsp:spPr>
        <a:xfrm>
          <a:off x="3526948" y="2552968"/>
          <a:ext cx="101814" cy="446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6044"/>
              </a:lnTo>
              <a:lnTo>
                <a:pt x="101814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9D2D81-E7E9-4DB9-AE55-2E13B07B233B}">
      <dsp:nvSpPr>
        <dsp:cNvPr id="0" name=""/>
        <dsp:cNvSpPr/>
      </dsp:nvSpPr>
      <dsp:spPr>
        <a:xfrm>
          <a:off x="2353658" y="3241428"/>
          <a:ext cx="101814" cy="446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6044"/>
              </a:lnTo>
              <a:lnTo>
                <a:pt x="101814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C9A884-2B68-47B5-8858-E9879EDA42A7}">
      <dsp:nvSpPr>
        <dsp:cNvPr id="0" name=""/>
        <dsp:cNvSpPr/>
      </dsp:nvSpPr>
      <dsp:spPr>
        <a:xfrm>
          <a:off x="1180367" y="3929887"/>
          <a:ext cx="101814" cy="11345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4503"/>
              </a:lnTo>
              <a:lnTo>
                <a:pt x="101814" y="11345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DAA62C-1FE7-4BA4-BA48-E6567DE65260}">
      <dsp:nvSpPr>
        <dsp:cNvPr id="0" name=""/>
        <dsp:cNvSpPr/>
      </dsp:nvSpPr>
      <dsp:spPr>
        <a:xfrm>
          <a:off x="1078553" y="3929887"/>
          <a:ext cx="101814" cy="1134503"/>
        </a:xfrm>
        <a:custGeom>
          <a:avLst/>
          <a:gdLst/>
          <a:ahLst/>
          <a:cxnLst/>
          <a:rect l="0" t="0" r="0" b="0"/>
          <a:pathLst>
            <a:path>
              <a:moveTo>
                <a:pt x="101814" y="0"/>
              </a:moveTo>
              <a:lnTo>
                <a:pt x="101814" y="1134503"/>
              </a:lnTo>
              <a:lnTo>
                <a:pt x="0" y="11345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737439-B016-4B2E-BDD7-FD34AAB42A1C}">
      <dsp:nvSpPr>
        <dsp:cNvPr id="0" name=""/>
        <dsp:cNvSpPr/>
      </dsp:nvSpPr>
      <dsp:spPr>
        <a:xfrm>
          <a:off x="1180367" y="3929887"/>
          <a:ext cx="101814" cy="446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6044"/>
              </a:lnTo>
              <a:lnTo>
                <a:pt x="101814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988DC9-FCBD-49B4-AC8C-D58AEE63392E}">
      <dsp:nvSpPr>
        <dsp:cNvPr id="0" name=""/>
        <dsp:cNvSpPr/>
      </dsp:nvSpPr>
      <dsp:spPr>
        <a:xfrm>
          <a:off x="1078553" y="3929887"/>
          <a:ext cx="101814" cy="446044"/>
        </a:xfrm>
        <a:custGeom>
          <a:avLst/>
          <a:gdLst/>
          <a:ahLst/>
          <a:cxnLst/>
          <a:rect l="0" t="0" r="0" b="0"/>
          <a:pathLst>
            <a:path>
              <a:moveTo>
                <a:pt x="101814" y="0"/>
              </a:moveTo>
              <a:lnTo>
                <a:pt x="101814" y="446044"/>
              </a:lnTo>
              <a:lnTo>
                <a:pt x="0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BF3E83-CF65-4668-A6E6-CA3D277455BE}">
      <dsp:nvSpPr>
        <dsp:cNvPr id="0" name=""/>
        <dsp:cNvSpPr/>
      </dsp:nvSpPr>
      <dsp:spPr>
        <a:xfrm>
          <a:off x="1665198" y="3241428"/>
          <a:ext cx="688459" cy="446044"/>
        </a:xfrm>
        <a:custGeom>
          <a:avLst/>
          <a:gdLst/>
          <a:ahLst/>
          <a:cxnLst/>
          <a:rect l="0" t="0" r="0" b="0"/>
          <a:pathLst>
            <a:path>
              <a:moveTo>
                <a:pt x="688459" y="0"/>
              </a:moveTo>
              <a:lnTo>
                <a:pt x="688459" y="446044"/>
              </a:lnTo>
              <a:lnTo>
                <a:pt x="0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B6E199-4BD9-4360-805F-C64BF578A616}">
      <dsp:nvSpPr>
        <dsp:cNvPr id="0" name=""/>
        <dsp:cNvSpPr/>
      </dsp:nvSpPr>
      <dsp:spPr>
        <a:xfrm>
          <a:off x="2838489" y="2552968"/>
          <a:ext cx="688459" cy="446044"/>
        </a:xfrm>
        <a:custGeom>
          <a:avLst/>
          <a:gdLst/>
          <a:ahLst/>
          <a:cxnLst/>
          <a:rect l="0" t="0" r="0" b="0"/>
          <a:pathLst>
            <a:path>
              <a:moveTo>
                <a:pt x="688459" y="0"/>
              </a:moveTo>
              <a:lnTo>
                <a:pt x="688459" y="446044"/>
              </a:lnTo>
              <a:lnTo>
                <a:pt x="0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CE4F88-FE1E-4556-AACA-ECBBE42A8513}">
      <dsp:nvSpPr>
        <dsp:cNvPr id="0" name=""/>
        <dsp:cNvSpPr/>
      </dsp:nvSpPr>
      <dsp:spPr>
        <a:xfrm>
          <a:off x="4011779" y="1864508"/>
          <a:ext cx="688459" cy="446044"/>
        </a:xfrm>
        <a:custGeom>
          <a:avLst/>
          <a:gdLst/>
          <a:ahLst/>
          <a:cxnLst/>
          <a:rect l="0" t="0" r="0" b="0"/>
          <a:pathLst>
            <a:path>
              <a:moveTo>
                <a:pt x="688459" y="0"/>
              </a:moveTo>
              <a:lnTo>
                <a:pt x="688459" y="446044"/>
              </a:lnTo>
              <a:lnTo>
                <a:pt x="0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CD515-7426-4AA2-A944-6E4F2AE65E01}">
      <dsp:nvSpPr>
        <dsp:cNvPr id="0" name=""/>
        <dsp:cNvSpPr/>
      </dsp:nvSpPr>
      <dsp:spPr>
        <a:xfrm>
          <a:off x="5185069" y="1176049"/>
          <a:ext cx="1861750" cy="446044"/>
        </a:xfrm>
        <a:custGeom>
          <a:avLst/>
          <a:gdLst/>
          <a:ahLst/>
          <a:cxnLst/>
          <a:rect l="0" t="0" r="0" b="0"/>
          <a:pathLst>
            <a:path>
              <a:moveTo>
                <a:pt x="1861750" y="0"/>
              </a:moveTo>
              <a:lnTo>
                <a:pt x="1861750" y="446044"/>
              </a:lnTo>
              <a:lnTo>
                <a:pt x="0" y="446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3D5D9-BD23-49FB-AE0D-4ADDD67B0B3E}">
      <dsp:nvSpPr>
        <dsp:cNvPr id="0" name=""/>
        <dsp:cNvSpPr/>
      </dsp:nvSpPr>
      <dsp:spPr>
        <a:xfrm>
          <a:off x="7046819" y="487589"/>
          <a:ext cx="586645" cy="203628"/>
        </a:xfrm>
        <a:custGeom>
          <a:avLst/>
          <a:gdLst/>
          <a:ahLst/>
          <a:cxnLst/>
          <a:rect l="0" t="0" r="0" b="0"/>
          <a:pathLst>
            <a:path>
              <a:moveTo>
                <a:pt x="586645" y="0"/>
              </a:moveTo>
              <a:lnTo>
                <a:pt x="586645" y="101814"/>
              </a:lnTo>
              <a:lnTo>
                <a:pt x="0" y="101814"/>
              </a:lnTo>
              <a:lnTo>
                <a:pt x="0" y="2036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66CA47-008F-4278-8B35-8C64FCA4C8A1}">
      <dsp:nvSpPr>
        <dsp:cNvPr id="0" name=""/>
        <dsp:cNvSpPr/>
      </dsp:nvSpPr>
      <dsp:spPr>
        <a:xfrm>
          <a:off x="7148634" y="2758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sz="800" b="0" i="0" u="none" strike="noStrike" kern="1200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Bilangan Kom pleks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sz="800" b="0" i="0" u="none" strike="noStrike" kern="1200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7148634" y="2758"/>
        <a:ext cx="969661" cy="484830"/>
      </dsp:txXfrm>
    </dsp:sp>
    <dsp:sp modelId="{8D46BDDF-8C9A-48E7-BAAF-2CE2CBFB5EB4}">
      <dsp:nvSpPr>
        <dsp:cNvPr id="0" name=""/>
        <dsp:cNvSpPr/>
      </dsp:nvSpPr>
      <dsp:spPr>
        <a:xfrm>
          <a:off x="6561989" y="691218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sz="800" b="0" i="0" u="none" strike="noStrike" kern="1200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Bilangan Real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en-US" altLang="en-US" sz="800" b="0" i="0" u="none" strike="noStrike" kern="1200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6561989" y="691218"/>
        <a:ext cx="969661" cy="484830"/>
      </dsp:txXfrm>
    </dsp:sp>
    <dsp:sp modelId="{F856EC7B-C362-4A4F-8665-68662269A6D5}">
      <dsp:nvSpPr>
        <dsp:cNvPr id="0" name=""/>
        <dsp:cNvSpPr/>
      </dsp:nvSpPr>
      <dsp:spPr>
        <a:xfrm>
          <a:off x="4215408" y="1379678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id-ID" altLang="en-US" sz="800" b="0" i="0" u="none" strike="noStrike" kern="1200" cap="none" normalizeH="0" baseline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</a:rPr>
            <a:t>   Bil. Rasional</a:t>
          </a:r>
          <a:endParaRPr kumimoji="0" lang="en-US" altLang="en-US" sz="800" b="0" i="0" u="none" strike="noStrike" kern="1200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4215408" y="1379678"/>
        <a:ext cx="969661" cy="484830"/>
      </dsp:txXfrm>
    </dsp:sp>
    <dsp:sp modelId="{3742C507-613E-4139-9BE0-46723C95470E}">
      <dsp:nvSpPr>
        <dsp:cNvPr id="0" name=""/>
        <dsp:cNvSpPr/>
      </dsp:nvSpPr>
      <dsp:spPr>
        <a:xfrm>
          <a:off x="3042117" y="2068137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</a:t>
          </a:r>
          <a:r>
            <a:rPr kumimoji="0" lang="en-US" altLang="en-US" sz="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 </a:t>
          </a:r>
          <a:r>
            <a:rPr kumimoji="0" lang="en-US" altLang="en-US" sz="8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Bulat</a:t>
          </a:r>
          <a:endParaRPr kumimoji="0" lang="en-US" altLang="en-US" sz="8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3042117" y="2068137"/>
        <a:ext cx="969661" cy="484830"/>
      </dsp:txXfrm>
    </dsp:sp>
    <dsp:sp modelId="{7D2F4248-7EE5-4414-AB3A-5CBD2E78502C}">
      <dsp:nvSpPr>
        <dsp:cNvPr id="0" name=""/>
        <dsp:cNvSpPr/>
      </dsp:nvSpPr>
      <dsp:spPr>
        <a:xfrm>
          <a:off x="1868827" y="2756597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Cacah</a:t>
          </a:r>
        </a:p>
      </dsp:txBody>
      <dsp:txXfrm>
        <a:off x="1868827" y="2756597"/>
        <a:ext cx="969661" cy="484830"/>
      </dsp:txXfrm>
    </dsp:sp>
    <dsp:sp modelId="{CC7953CA-4789-47A9-AAD8-0689FAE2BCE7}">
      <dsp:nvSpPr>
        <dsp:cNvPr id="0" name=""/>
        <dsp:cNvSpPr/>
      </dsp:nvSpPr>
      <dsp:spPr>
        <a:xfrm>
          <a:off x="695537" y="3445057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 Asli</a:t>
          </a:r>
        </a:p>
      </dsp:txBody>
      <dsp:txXfrm>
        <a:off x="695537" y="3445057"/>
        <a:ext cx="969661" cy="484830"/>
      </dsp:txXfrm>
    </dsp:sp>
    <dsp:sp modelId="{AA21B1AB-8E17-4746-AACC-15EEB696A595}">
      <dsp:nvSpPr>
        <dsp:cNvPr id="0" name=""/>
        <dsp:cNvSpPr/>
      </dsp:nvSpPr>
      <dsp:spPr>
        <a:xfrm>
          <a:off x="108891" y="4133516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 Genap</a:t>
          </a:r>
        </a:p>
      </dsp:txBody>
      <dsp:txXfrm>
        <a:off x="108891" y="4133516"/>
        <a:ext cx="969661" cy="484830"/>
      </dsp:txXfrm>
    </dsp:sp>
    <dsp:sp modelId="{27E54ED1-7108-4769-8891-7FC36463EC97}">
      <dsp:nvSpPr>
        <dsp:cNvPr id="0" name=""/>
        <dsp:cNvSpPr/>
      </dsp:nvSpPr>
      <dsp:spPr>
        <a:xfrm>
          <a:off x="1282182" y="4133516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Ganjil</a:t>
          </a:r>
        </a:p>
      </dsp:txBody>
      <dsp:txXfrm>
        <a:off x="1282182" y="4133516"/>
        <a:ext cx="969661" cy="484830"/>
      </dsp:txXfrm>
    </dsp:sp>
    <dsp:sp modelId="{14669DD5-E18E-4B65-B87E-60B9DC8F397E}">
      <dsp:nvSpPr>
        <dsp:cNvPr id="0" name=""/>
        <dsp:cNvSpPr/>
      </dsp:nvSpPr>
      <dsp:spPr>
        <a:xfrm>
          <a:off x="108891" y="4821976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Prima</a:t>
          </a:r>
        </a:p>
      </dsp:txBody>
      <dsp:txXfrm>
        <a:off x="108891" y="4821976"/>
        <a:ext cx="969661" cy="484830"/>
      </dsp:txXfrm>
    </dsp:sp>
    <dsp:sp modelId="{F3E45F5E-D2C7-4212-ADD7-9A9D5E8EFCDC}">
      <dsp:nvSpPr>
        <dsp:cNvPr id="0" name=""/>
        <dsp:cNvSpPr/>
      </dsp:nvSpPr>
      <dsp:spPr>
        <a:xfrm>
          <a:off x="1282182" y="4821976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 Komposit</a:t>
          </a:r>
        </a:p>
      </dsp:txBody>
      <dsp:txXfrm>
        <a:off x="1282182" y="4821976"/>
        <a:ext cx="969661" cy="484830"/>
      </dsp:txXfrm>
    </dsp:sp>
    <dsp:sp modelId="{06026F86-CCBD-49A1-9AB1-680A0A0750E3}">
      <dsp:nvSpPr>
        <dsp:cNvPr id="0" name=""/>
        <dsp:cNvSpPr/>
      </dsp:nvSpPr>
      <dsp:spPr>
        <a:xfrm>
          <a:off x="2455472" y="3445057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nol</a:t>
          </a:r>
        </a:p>
      </dsp:txBody>
      <dsp:txXfrm>
        <a:off x="2455472" y="3445057"/>
        <a:ext cx="969661" cy="484830"/>
      </dsp:txXfrm>
    </dsp:sp>
    <dsp:sp modelId="{F96E8DF4-BF51-4368-A424-68B5163CE025}">
      <dsp:nvSpPr>
        <dsp:cNvPr id="0" name=""/>
        <dsp:cNvSpPr/>
      </dsp:nvSpPr>
      <dsp:spPr>
        <a:xfrm>
          <a:off x="3628763" y="2756597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Bulat </a:t>
          </a:r>
          <a:r>
            <a:rPr kumimoji="0" lang="en-US" altLang="en-US" sz="8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Negatif</a:t>
          </a:r>
          <a:endParaRPr kumimoji="0" lang="en-US" altLang="en-US" sz="8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3628763" y="2756597"/>
        <a:ext cx="969661" cy="484830"/>
      </dsp:txXfrm>
    </dsp:sp>
    <dsp:sp modelId="{FCF8F189-6E99-40CB-9EC0-C4EC2DEC8F3C}">
      <dsp:nvSpPr>
        <dsp:cNvPr id="0" name=""/>
        <dsp:cNvSpPr/>
      </dsp:nvSpPr>
      <dsp:spPr>
        <a:xfrm>
          <a:off x="5388698" y="2068137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 Pecahan</a:t>
          </a:r>
        </a:p>
      </dsp:txBody>
      <dsp:txXfrm>
        <a:off x="5388698" y="2068137"/>
        <a:ext cx="969661" cy="484830"/>
      </dsp:txXfrm>
    </dsp:sp>
    <dsp:sp modelId="{7AC6E110-42F5-4591-858C-977624CA2F09}">
      <dsp:nvSpPr>
        <dsp:cNvPr id="0" name=""/>
        <dsp:cNvSpPr/>
      </dsp:nvSpPr>
      <dsp:spPr>
        <a:xfrm>
          <a:off x="4802053" y="2756597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Pecahan</a:t>
          </a:r>
          <a:r>
            <a:rPr kumimoji="0" lang="en-US" altLang="en-US" sz="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en-US" altLang="en-US" sz="8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Positif</a:t>
          </a:r>
          <a:endParaRPr kumimoji="0" lang="en-US" altLang="en-US" sz="8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4802053" y="2756597"/>
        <a:ext cx="969661" cy="484830"/>
      </dsp:txXfrm>
    </dsp:sp>
    <dsp:sp modelId="{2D5C03E5-6D92-415B-BEE9-A9FC238707E8}">
      <dsp:nvSpPr>
        <dsp:cNvPr id="0" name=""/>
        <dsp:cNvSpPr/>
      </dsp:nvSpPr>
      <dsp:spPr>
        <a:xfrm>
          <a:off x="5975343" y="2756597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Pecahan Negatif</a:t>
          </a:r>
        </a:p>
      </dsp:txBody>
      <dsp:txXfrm>
        <a:off x="5975343" y="2756597"/>
        <a:ext cx="969661" cy="484830"/>
      </dsp:txXfrm>
    </dsp:sp>
    <dsp:sp modelId="{6F094D7E-82DE-4182-8F0A-D58D14B873C9}">
      <dsp:nvSpPr>
        <dsp:cNvPr id="0" name=""/>
        <dsp:cNvSpPr/>
      </dsp:nvSpPr>
      <dsp:spPr>
        <a:xfrm>
          <a:off x="7148634" y="1379678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Bil. Irasional</a:t>
          </a:r>
        </a:p>
      </dsp:txBody>
      <dsp:txXfrm>
        <a:off x="7148634" y="1379678"/>
        <a:ext cx="969661" cy="484830"/>
      </dsp:txXfrm>
    </dsp:sp>
    <dsp:sp modelId="{2F4477C5-51EB-4420-9D50-2999B189926A}">
      <dsp:nvSpPr>
        <dsp:cNvPr id="0" name=""/>
        <dsp:cNvSpPr/>
      </dsp:nvSpPr>
      <dsp:spPr>
        <a:xfrm>
          <a:off x="7735279" y="691218"/>
          <a:ext cx="969661" cy="4848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Bilangan Khayal 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en-US" sz="8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( Imajiner)</a:t>
          </a:r>
        </a:p>
      </dsp:txBody>
      <dsp:txXfrm>
        <a:off x="7735279" y="691218"/>
        <a:ext cx="969661" cy="484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D4583-5809-435D-9487-BE7EE5B42BFA}" type="datetimeFigureOut">
              <a:rPr lang="id-ID" smtClean="0"/>
              <a:pPr/>
              <a:t>01/10/2026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1314-1731-4E55-B41C-3980475113C2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6.w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wmf"/><Relationship Id="rId4" Type="http://schemas.openxmlformats.org/officeDocument/2006/relationships/image" Target="../media/image9.png"/><Relationship Id="rId9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7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5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/>
              <a:t>Matematika Dasar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id-ID" dirty="0"/>
          </a:p>
          <a:p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Informatika</a:t>
            </a:r>
            <a:endParaRPr lang="id-ID" dirty="0"/>
          </a:p>
          <a:p>
            <a:r>
              <a:rPr lang="id-ID" dirty="0"/>
              <a:t>20</a:t>
            </a:r>
            <a:r>
              <a:rPr lang="en-US" dirty="0"/>
              <a:t>26</a:t>
            </a:r>
            <a:r>
              <a:rPr lang="id-ID" dirty="0"/>
              <a:t>/20</a:t>
            </a:r>
            <a:r>
              <a:rPr lang="en-US" dirty="0"/>
              <a:t>27</a:t>
            </a:r>
            <a:endParaRPr lang="id-ID" dirty="0"/>
          </a:p>
          <a:p>
            <a:r>
              <a:rPr lang="id-ID" dirty="0"/>
              <a:t>Universitas Gunadarma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Pokok</a:t>
            </a:r>
            <a:r>
              <a:rPr lang="en-US" dirty="0"/>
              <a:t> </a:t>
            </a:r>
            <a:r>
              <a:rPr lang="en-US" dirty="0" err="1"/>
              <a:t>Bahasan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FUNGSI</a:t>
            </a:r>
          </a:p>
          <a:p>
            <a:pPr algn="ctr"/>
            <a:r>
              <a:rPr lang="en-US" dirty="0"/>
              <a:t>LIMIT DAN KONTINUITAS FUNGSI</a:t>
            </a:r>
          </a:p>
          <a:p>
            <a:pPr algn="ctr"/>
            <a:r>
              <a:rPr lang="en-US" dirty="0"/>
              <a:t>TURUNAN</a:t>
            </a:r>
          </a:p>
          <a:p>
            <a:pPr algn="ctr"/>
            <a:r>
              <a:rPr lang="en-US" dirty="0"/>
              <a:t>APLIKASI TURUNAN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80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74B323E-4A4A-FCA6-C1D9-3E914867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Penilaian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7E6BBDEE-1253-AD62-729D-3FF47E436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1" y="2571750"/>
            <a:ext cx="6365081" cy="3143250"/>
          </a:xfrm>
        </p:spPr>
        <p:txBody>
          <a:bodyPr/>
          <a:lstStyle/>
          <a:p>
            <a:r>
              <a:rPr lang="en-US" altLang="en-US" dirty="0"/>
              <a:t>UTS  50%</a:t>
            </a:r>
          </a:p>
          <a:p>
            <a:r>
              <a:rPr lang="en-US" altLang="en-US" dirty="0"/>
              <a:t>Quiz  20%</a:t>
            </a:r>
          </a:p>
          <a:p>
            <a:r>
              <a:rPr lang="en-US" altLang="en-US" dirty="0"/>
              <a:t>Tugas  15%</a:t>
            </a:r>
          </a:p>
          <a:p>
            <a:r>
              <a:rPr lang="en-US" altLang="en-US" dirty="0" err="1"/>
              <a:t>Vclass</a:t>
            </a:r>
            <a:r>
              <a:rPr lang="en-US" altLang="en-US" dirty="0"/>
              <a:t> 15%</a:t>
            </a:r>
          </a:p>
          <a:p>
            <a:r>
              <a:rPr lang="en-US" altLang="en-US" dirty="0"/>
              <a:t>Nilai Plus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74B323E-4A4A-FCA6-C1D9-3E914867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Penilaian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7E6BBDEE-1253-AD62-729D-3FF47E436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1" y="2571750"/>
            <a:ext cx="6365081" cy="314325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UTS  50% x</a:t>
            </a:r>
          </a:p>
          <a:p>
            <a:r>
              <a:rPr lang="en-US" altLang="en-US" dirty="0"/>
              <a:t>Quiz  20% x  </a:t>
            </a:r>
          </a:p>
          <a:p>
            <a:r>
              <a:rPr lang="en-US" altLang="en-US" dirty="0"/>
              <a:t>Tugas  15% x </a:t>
            </a:r>
          </a:p>
          <a:p>
            <a:r>
              <a:rPr lang="en-US" altLang="en-US" dirty="0" err="1"/>
              <a:t>Vclass</a:t>
            </a:r>
            <a:r>
              <a:rPr lang="en-US" altLang="en-US" dirty="0"/>
              <a:t> 15% x      </a:t>
            </a:r>
          </a:p>
          <a:p>
            <a:r>
              <a:rPr lang="en-US" altLang="en-US" dirty="0"/>
              <a:t>Maka							  </a:t>
            </a:r>
          </a:p>
          <a:p>
            <a:r>
              <a:rPr lang="en-US" altLang="en-US" dirty="0"/>
              <a:t>Nilai plus  4 x 2 			  </a:t>
            </a:r>
          </a:p>
          <a:p>
            <a:r>
              <a:rPr lang="en-US" altLang="en-US" dirty="0"/>
              <a:t>Nilai </a:t>
            </a:r>
            <a:r>
              <a:rPr lang="en-US" altLang="en-US" dirty="0" err="1"/>
              <a:t>dari</a:t>
            </a:r>
            <a:r>
              <a:rPr lang="en-US" altLang="en-US" dirty="0"/>
              <a:t> dosen (</a:t>
            </a:r>
            <a:r>
              <a:rPr lang="en-US" altLang="en-US" dirty="0" err="1"/>
              <a:t>bobotnya</a:t>
            </a:r>
            <a:r>
              <a:rPr lang="en-US" altLang="en-US" dirty="0"/>
              <a:t> 70%) = </a:t>
            </a:r>
          </a:p>
        </p:txBody>
      </p:sp>
    </p:spTree>
    <p:extLst>
      <p:ext uri="{BB962C8B-B14F-4D97-AF65-F5344CB8AC3E}">
        <p14:creationId xmlns:p14="http://schemas.microsoft.com/office/powerpoint/2010/main" val="336808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777283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FUNGSI</a:t>
            </a:r>
          </a:p>
          <a:p>
            <a:pPr algn="ctr"/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93589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Definisi Fungsi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sz="2800" dirty="0"/>
              <a:t>Terdapat dua himpunan A dan B. </a:t>
            </a:r>
          </a:p>
          <a:p>
            <a:r>
              <a:rPr lang="id-ID" sz="2800" i="1" dirty="0"/>
              <a:t>f</a:t>
            </a:r>
            <a:r>
              <a:rPr lang="id-ID" sz="2800" dirty="0"/>
              <a:t> adalah suatu relasi yang mengkaitkan himpunan A ke himpunan B dimana setiap elemen dari himpunan A dikaitkan ke satu dan hanya satu elemen himpunan B.</a:t>
            </a:r>
          </a:p>
          <a:p>
            <a:r>
              <a:rPr lang="id-ID" sz="2800" i="1" dirty="0"/>
              <a:t>f</a:t>
            </a:r>
            <a:r>
              <a:rPr lang="id-ID" sz="2800" dirty="0"/>
              <a:t> disebut fungsi dari A dan ke B.</a:t>
            </a:r>
          </a:p>
          <a:p>
            <a:endParaRPr lang="id-ID" sz="2800" dirty="0"/>
          </a:p>
          <a:p>
            <a:pPr>
              <a:buNone/>
            </a:pPr>
            <a:r>
              <a:rPr lang="id-ID" sz="2800" dirty="0"/>
              <a:t>	misalkan                ,                dan                        maka</a:t>
            </a:r>
          </a:p>
          <a:p>
            <a:pPr>
              <a:buNone/>
            </a:pPr>
            <a:r>
              <a:rPr lang="id-ID" dirty="0"/>
              <a:t>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384544" y="4357694"/>
          <a:ext cx="2187588" cy="673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203040" progId="Equation.DSMT4">
                  <p:embed/>
                </p:oleObj>
              </mc:Choice>
              <mc:Fallback>
                <p:oleObj name="Equation" r:id="rId2" imgW="66024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44" y="4357694"/>
                        <a:ext cx="2187588" cy="673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2214546" y="4857760"/>
          <a:ext cx="126206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80" imgH="177480" progId="Equation.DSMT4">
                  <p:embed/>
                </p:oleObj>
              </mc:Choice>
              <mc:Fallback>
                <p:oleObj name="Equation" r:id="rId4" imgW="38088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4857760"/>
                        <a:ext cx="1262062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3571868" y="4857760"/>
          <a:ext cx="12192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280" imgH="177480" progId="Equation.DSMT4">
                  <p:embed/>
                </p:oleObj>
              </mc:Choice>
              <mc:Fallback>
                <p:oleObj name="Equation" r:id="rId6" imgW="36828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68" y="4857760"/>
                        <a:ext cx="1219200" cy="58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3349625" y="5500688"/>
          <a:ext cx="20605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203040" progId="Equation.DSMT4">
                  <p:embed/>
                </p:oleObj>
              </mc:Choice>
              <mc:Fallback>
                <p:oleObj name="Equation" r:id="rId8" imgW="62208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5500688"/>
                        <a:ext cx="2060575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5357818" y="4857760"/>
          <a:ext cx="1892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203040" progId="Equation.DSMT4">
                  <p:embed/>
                </p:oleObj>
              </mc:Choice>
              <mc:Fallback>
                <p:oleObj name="Equation" r:id="rId10" imgW="57132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8" y="4857760"/>
                        <a:ext cx="1892300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Penyajian Fungsi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/>
              <a:t>Misalkan terdapat fungsi f dari himpunan P ke Q, </a:t>
            </a:r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dirty="0"/>
              <a:t>dimana P = {0, 2, 4}, Q = {-3, -2, -1, 0, 1, 2, 3}, dan </a:t>
            </a:r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dirty="0"/>
              <a:t> 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3363913" y="2500313"/>
          <a:ext cx="223043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203040" progId="Equation.DSMT4">
                  <p:embed/>
                </p:oleObj>
              </mc:Choice>
              <mc:Fallback>
                <p:oleObj name="Equation" r:id="rId2" imgW="67284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913" y="2500313"/>
                        <a:ext cx="2230437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640146" y="4214818"/>
          <a:ext cx="2146300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660240" progId="Equation.DSMT4">
                  <p:embed/>
                </p:oleObj>
              </mc:Choice>
              <mc:Fallback>
                <p:oleObj name="Equation" r:id="rId4" imgW="647640" imgH="6602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146" y="4214818"/>
                        <a:ext cx="2146300" cy="2187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Fungsi?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000240"/>
            <a:ext cx="7487219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Penyajian Fungsi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Diagram Panah</a:t>
            </a:r>
          </a:p>
          <a:p>
            <a:endParaRPr lang="id-ID" dirty="0"/>
          </a:p>
          <a:p>
            <a:endParaRPr lang="id-ID" dirty="0"/>
          </a:p>
          <a:p>
            <a:endParaRPr lang="id-ID" dirty="0"/>
          </a:p>
          <a:p>
            <a:endParaRPr lang="id-ID" dirty="0"/>
          </a:p>
          <a:p>
            <a:r>
              <a:rPr lang="id-ID" dirty="0"/>
              <a:t>Pasangan terurut</a:t>
            </a:r>
          </a:p>
          <a:p>
            <a:pPr>
              <a:buNone/>
            </a:pPr>
            <a:r>
              <a:rPr lang="id-ID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52837" y="1857364"/>
            <a:ext cx="273367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912938" y="5286388"/>
          <a:ext cx="51339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203040" progId="Equation.DSMT4">
                  <p:embed/>
                </p:oleObj>
              </mc:Choice>
              <mc:Fallback>
                <p:oleObj name="Equation" r:id="rId3" imgW="154908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938" y="5286388"/>
                        <a:ext cx="5133975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Penyajian Fungsi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Grafik fungsi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7538" y="2128849"/>
            <a:ext cx="28289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Daerah Definisi dan Daerah Nilai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sz="2800" dirty="0"/>
              <a:t>Pandang suatu fungsi</a:t>
            </a:r>
          </a:p>
          <a:p>
            <a:endParaRPr lang="id-ID" sz="2800" dirty="0"/>
          </a:p>
          <a:p>
            <a:pPr>
              <a:buNone/>
            </a:pPr>
            <a:endParaRPr lang="id-ID" sz="2800" dirty="0"/>
          </a:p>
          <a:p>
            <a:pPr>
              <a:buNone/>
            </a:pPr>
            <a:endParaRPr lang="id-ID" sz="2800" dirty="0"/>
          </a:p>
          <a:p>
            <a:pPr>
              <a:buNone/>
            </a:pPr>
            <a:endParaRPr lang="id-ID" sz="2800" dirty="0"/>
          </a:p>
          <a:p>
            <a:r>
              <a:rPr lang="id-ID" sz="2800" dirty="0"/>
              <a:t>Daerah asal (domain)</a:t>
            </a:r>
          </a:p>
          <a:p>
            <a:pPr>
              <a:buNone/>
            </a:pPr>
            <a:endParaRPr lang="id-ID" sz="2800" dirty="0"/>
          </a:p>
          <a:p>
            <a:r>
              <a:rPr lang="id-ID" sz="2800" dirty="0"/>
              <a:t>Daerah kawan (codomain)</a:t>
            </a:r>
          </a:p>
          <a:p>
            <a:pPr>
              <a:buNone/>
            </a:pPr>
            <a:endParaRPr lang="id-ID" sz="2800" dirty="0"/>
          </a:p>
          <a:p>
            <a:r>
              <a:rPr lang="id-ID" sz="2800" dirty="0"/>
              <a:t>Daerah hasil (range)</a:t>
            </a:r>
          </a:p>
          <a:p>
            <a:endParaRPr lang="id-ID" dirty="0"/>
          </a:p>
          <a:p>
            <a:pPr>
              <a:buNone/>
            </a:pPr>
            <a:endParaRPr lang="id-ID" dirty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071934" y="1643050"/>
          <a:ext cx="1785950" cy="53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40" imgH="203040" progId="Equation.DSMT4">
                  <p:embed/>
                </p:oleObj>
              </mc:Choice>
              <mc:Fallback>
                <p:oleObj name="Equation" r:id="rId2" imgW="67284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4" y="1643050"/>
                        <a:ext cx="1785950" cy="538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24605" y="1866908"/>
            <a:ext cx="273367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3654425" y="4146550"/>
          <a:ext cx="2897188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880" imgH="241200" progId="Equation.DSMT4">
                  <p:embed/>
                </p:oleObj>
              </mc:Choice>
              <mc:Fallback>
                <p:oleObj name="Equation" r:id="rId5" imgW="109188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425" y="4146550"/>
                        <a:ext cx="2897188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2578100" y="5075238"/>
          <a:ext cx="47847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03240" imgH="241200" progId="Equation.DSMT4">
                  <p:embed/>
                </p:oleObj>
              </mc:Choice>
              <mc:Fallback>
                <p:oleObj name="Equation" r:id="rId7" imgW="180324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5075238"/>
                        <a:ext cx="4784725" cy="63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3478213" y="6003947"/>
          <a:ext cx="239236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01440" imgH="241200" progId="Equation.DSMT4">
                  <p:embed/>
                </p:oleObj>
              </mc:Choice>
              <mc:Fallback>
                <p:oleObj name="Equation" r:id="rId9" imgW="90144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6003947"/>
                        <a:ext cx="2392362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3684611" y="5503882"/>
          <a:ext cx="424497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00200" imgH="241200" progId="Equation.DSMT4">
                  <p:embed/>
                </p:oleObj>
              </mc:Choice>
              <mc:Fallback>
                <p:oleObj name="Equation" r:id="rId11" imgW="160020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611" y="5503882"/>
                        <a:ext cx="4244975" cy="639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Soal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/>
              <a:t>Suatu fungsi </a:t>
            </a:r>
            <a:r>
              <a:rPr lang="id-ID" i="1" dirty="0"/>
              <a:t>f</a:t>
            </a:r>
            <a:r>
              <a:rPr lang="id-ID" dirty="0"/>
              <a:t> dari A ke B didefinisikan sebagai f(x) = –2x + 7. Jika A = {x | –1 &lt; x ≤ 5, x </a:t>
            </a:r>
            <a:r>
              <a:rPr lang="el-GR" dirty="0">
                <a:latin typeface="Calibri"/>
                <a:cs typeface="Calibri"/>
              </a:rPr>
              <a:t>ϵ</a:t>
            </a:r>
            <a:r>
              <a:rPr lang="id-ID" dirty="0">
                <a:latin typeface="Calibri"/>
                <a:cs typeface="Calibri"/>
              </a:rPr>
              <a:t> Z</a:t>
            </a:r>
            <a:r>
              <a:rPr lang="id-ID" dirty="0"/>
              <a:t>} dan B = {x | –3 ≤ x ≤ 7, x </a:t>
            </a:r>
            <a:r>
              <a:rPr lang="el-GR" dirty="0">
                <a:cs typeface="Calibri"/>
              </a:rPr>
              <a:t>ϵ</a:t>
            </a:r>
            <a:r>
              <a:rPr lang="id-ID" dirty="0">
                <a:cs typeface="Calibri"/>
              </a:rPr>
              <a:t> Z</a:t>
            </a:r>
            <a:r>
              <a:rPr lang="id-ID" dirty="0"/>
              <a:t>}  maka: </a:t>
            </a:r>
          </a:p>
          <a:p>
            <a:pPr marL="514350" indent="-514350">
              <a:buAutoNum type="alphaLcParenR"/>
            </a:pPr>
            <a:r>
              <a:rPr lang="id-ID" dirty="0"/>
              <a:t>tentukan f(x) untuk setiap x anggota himpunan A; </a:t>
            </a:r>
          </a:p>
          <a:p>
            <a:pPr marL="514350" indent="-514350">
              <a:buAutoNum type="alphaLcParenR"/>
            </a:pPr>
            <a:r>
              <a:rPr lang="id-ID" dirty="0"/>
              <a:t>Tentukan </a:t>
            </a:r>
            <a:r>
              <a:rPr lang="id-ID" i="1" dirty="0"/>
              <a:t>D</a:t>
            </a:r>
            <a:r>
              <a:rPr lang="id-ID" i="1" baseline="-25000" dirty="0"/>
              <a:t>f</a:t>
            </a:r>
            <a:r>
              <a:rPr lang="id-ID" dirty="0"/>
              <a:t>, </a:t>
            </a:r>
            <a:r>
              <a:rPr lang="id-ID" i="1" dirty="0"/>
              <a:t>C</a:t>
            </a:r>
            <a:r>
              <a:rPr lang="id-ID" i="1" baseline="-25000" dirty="0"/>
              <a:t>f</a:t>
            </a:r>
            <a:r>
              <a:rPr lang="id-ID" dirty="0"/>
              <a:t>, dan </a:t>
            </a:r>
            <a:r>
              <a:rPr lang="id-ID" i="1" dirty="0"/>
              <a:t>R</a:t>
            </a:r>
            <a:r>
              <a:rPr lang="id-ID" i="1" baseline="-25000" dirty="0"/>
              <a:t>f</a:t>
            </a:r>
          </a:p>
          <a:p>
            <a:pPr marL="514350" indent="-514350">
              <a:buAutoNum type="alphaLcParenR"/>
            </a:pPr>
            <a:r>
              <a:rPr lang="id-ID" dirty="0"/>
              <a:t>Tentukan gambarlah fungsi f(x) dalam diagram panah, diagram Cartesius, dan himpunan pasangan berurutan.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lphaLcParenR"/>
            </a:pPr>
            <a:r>
              <a:rPr lang="id-ID" dirty="0"/>
              <a:t>f(x)</a:t>
            </a:r>
          </a:p>
          <a:p>
            <a:pPr fontAlgn="base">
              <a:buNone/>
            </a:pPr>
            <a:r>
              <a:rPr lang="id-ID" dirty="0"/>
              <a:t>	f(0) = –2.0 + 7 = 7</a:t>
            </a:r>
          </a:p>
          <a:p>
            <a:pPr fontAlgn="base">
              <a:buNone/>
            </a:pPr>
            <a:r>
              <a:rPr lang="id-ID" dirty="0"/>
              <a:t>	f(1) = –2. 1 + 7 = 5</a:t>
            </a:r>
          </a:p>
          <a:p>
            <a:pPr fontAlgn="base">
              <a:buNone/>
            </a:pPr>
            <a:r>
              <a:rPr lang="id-ID" dirty="0"/>
              <a:t>	f(2) = –2.2 + 7 = 3</a:t>
            </a:r>
          </a:p>
          <a:p>
            <a:pPr fontAlgn="base">
              <a:buNone/>
            </a:pPr>
            <a:r>
              <a:rPr lang="id-ID" dirty="0"/>
              <a:t>	f(3) = –2.3 + 7 = 1</a:t>
            </a:r>
          </a:p>
          <a:p>
            <a:pPr fontAlgn="base">
              <a:buNone/>
            </a:pPr>
            <a:r>
              <a:rPr lang="id-ID" dirty="0"/>
              <a:t>	f(4) = –2.4 + 7 = –1</a:t>
            </a:r>
          </a:p>
          <a:p>
            <a:pPr fontAlgn="base">
              <a:buNone/>
            </a:pPr>
            <a:r>
              <a:rPr lang="id-ID" dirty="0"/>
              <a:t>	f(5) = –2.5 + 7 = –3</a:t>
            </a:r>
          </a:p>
          <a:p>
            <a:pPr fontAlgn="base">
              <a:buNone/>
            </a:pPr>
            <a:endParaRPr lang="id-ID" dirty="0"/>
          </a:p>
          <a:p>
            <a:pPr marL="514350" indent="-514350">
              <a:buNone/>
            </a:pPr>
            <a:r>
              <a:rPr lang="id-ID" dirty="0"/>
              <a:t>b) </a:t>
            </a:r>
            <a:r>
              <a:rPr lang="id-ID" i="1" dirty="0"/>
              <a:t>D</a:t>
            </a:r>
            <a:r>
              <a:rPr lang="id-ID" i="1" baseline="-25000" dirty="0"/>
              <a:t>f</a:t>
            </a:r>
            <a:r>
              <a:rPr lang="id-ID" dirty="0"/>
              <a:t> = {0,1,2,3,4,5}, </a:t>
            </a:r>
            <a:r>
              <a:rPr lang="id-ID" i="1" dirty="0"/>
              <a:t>C</a:t>
            </a:r>
            <a:r>
              <a:rPr lang="id-ID" i="1" baseline="-25000" dirty="0"/>
              <a:t>f</a:t>
            </a:r>
            <a:r>
              <a:rPr lang="id-ID" dirty="0"/>
              <a:t> = (-3,-2,-1,0,1,2,3,4,5,6,7}</a:t>
            </a:r>
          </a:p>
          <a:p>
            <a:pPr marL="514350" indent="-514350">
              <a:buNone/>
            </a:pPr>
            <a:r>
              <a:rPr lang="id-ID" dirty="0"/>
              <a:t>	</a:t>
            </a:r>
            <a:r>
              <a:rPr lang="id-ID" i="1" dirty="0"/>
              <a:t>R</a:t>
            </a:r>
            <a:r>
              <a:rPr lang="id-ID" i="1" baseline="-25000" dirty="0"/>
              <a:t>f</a:t>
            </a:r>
            <a:r>
              <a:rPr lang="id-ID" dirty="0"/>
              <a:t> = {-3,-1,1,3,5,7} </a:t>
            </a:r>
          </a:p>
          <a:p>
            <a:pPr marL="514350" indent="-514350">
              <a:buNone/>
            </a:pPr>
            <a:endParaRPr lang="id-ID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id-ID" dirty="0"/>
              <a:t>c) Diagram panah</a:t>
            </a:r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r>
              <a:rPr lang="id-ID" dirty="0"/>
              <a:t>Diagram Cartesius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4" y="1428736"/>
            <a:ext cx="285750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81462" y="3643314"/>
            <a:ext cx="230505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id-ID" dirty="0"/>
              <a:t>Pasangan terurut</a:t>
            </a:r>
          </a:p>
          <a:p>
            <a:pPr>
              <a:buNone/>
            </a:pPr>
            <a:r>
              <a:rPr lang="id-ID" dirty="0"/>
              <a:t>f = {(0, 7), (1, 5), (2, 3), (3, 1), (4, –1), (5</a:t>
            </a:r>
            <a:r>
              <a:rPr lang="id-ID"/>
              <a:t>, –3)}</a:t>
            </a:r>
            <a:endParaRPr lang="id-ID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6072230"/>
          </a:xfrm>
        </p:spPr>
        <p:txBody>
          <a:bodyPr>
            <a:normAutofit fontScale="92500" lnSpcReduction="10000"/>
          </a:bodyPr>
          <a:lstStyle/>
          <a:p>
            <a:r>
              <a:rPr lang="id-ID" dirty="0"/>
              <a:t>Fungsi konstanta</a:t>
            </a:r>
          </a:p>
          <a:p>
            <a:pPr algn="ctr">
              <a:buNone/>
            </a:pP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= </a:t>
            </a:r>
            <a:r>
              <a:rPr lang="id-ID" i="1" dirty="0"/>
              <a:t>k, k </a:t>
            </a:r>
            <a:r>
              <a:rPr lang="id-ID" dirty="0"/>
              <a:t>variabel riil</a:t>
            </a:r>
            <a:endParaRPr lang="id-ID" i="1" dirty="0"/>
          </a:p>
          <a:p>
            <a:r>
              <a:rPr lang="id-ID" dirty="0"/>
              <a:t>Fungsi identitas</a:t>
            </a:r>
          </a:p>
          <a:p>
            <a:pPr algn="ctr">
              <a:buNone/>
            </a:pP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= </a:t>
            </a:r>
            <a:r>
              <a:rPr lang="id-ID" i="1" dirty="0"/>
              <a:t>x</a:t>
            </a:r>
          </a:p>
          <a:p>
            <a:r>
              <a:rPr lang="id-ID" dirty="0"/>
              <a:t>Fungsi satu-satu (fungsi injektif)</a:t>
            </a:r>
          </a:p>
          <a:p>
            <a:pPr>
              <a:buNone/>
            </a:pPr>
            <a:r>
              <a:rPr lang="id-ID" dirty="0"/>
              <a:t>   	 jika </a:t>
            </a:r>
            <a:r>
              <a:rPr lang="id-ID" i="1" dirty="0"/>
              <a:t>x</a:t>
            </a:r>
            <a:r>
              <a:rPr lang="id-ID" baseline="-25000" dirty="0"/>
              <a:t>1</a:t>
            </a:r>
            <a:r>
              <a:rPr lang="id-ID" dirty="0"/>
              <a:t> ≠ </a:t>
            </a:r>
            <a:r>
              <a:rPr lang="id-ID" i="1" dirty="0"/>
              <a:t>x</a:t>
            </a:r>
            <a:r>
              <a:rPr lang="id-ID" baseline="-25000" dirty="0"/>
              <a:t>2</a:t>
            </a:r>
            <a:r>
              <a:rPr lang="id-ID" dirty="0"/>
              <a:t> maka berlaku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baseline="-25000" dirty="0"/>
              <a:t>1</a:t>
            </a:r>
            <a:r>
              <a:rPr lang="id-ID" dirty="0"/>
              <a:t>) ≠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baseline="-25000" dirty="0"/>
              <a:t>2</a:t>
            </a:r>
            <a:r>
              <a:rPr lang="id-ID" dirty="0"/>
              <a:t>).</a:t>
            </a:r>
          </a:p>
          <a:p>
            <a:r>
              <a:rPr lang="id-ID" dirty="0"/>
              <a:t>Fungsi pada (fungsi surjektif)</a:t>
            </a:r>
          </a:p>
          <a:p>
            <a:pPr>
              <a:buNone/>
            </a:pPr>
            <a:r>
              <a:rPr lang="id-ID" dirty="0"/>
              <a:t>	Suatu fungsi dimana </a:t>
            </a:r>
            <a:r>
              <a:rPr lang="id-ID" i="1" dirty="0"/>
              <a:t>C</a:t>
            </a:r>
            <a:r>
              <a:rPr lang="id-ID" i="1" baseline="-25000" dirty="0"/>
              <a:t>f</a:t>
            </a:r>
            <a:r>
              <a:rPr lang="id-ID" dirty="0"/>
              <a:t> = </a:t>
            </a:r>
            <a:r>
              <a:rPr lang="id-ID" i="1" dirty="0"/>
              <a:t>R</a:t>
            </a:r>
            <a:r>
              <a:rPr lang="id-ID" i="1" baseline="-25000" dirty="0"/>
              <a:t>f</a:t>
            </a:r>
          </a:p>
          <a:p>
            <a:r>
              <a:rPr lang="id-ID" dirty="0"/>
              <a:t>Fungsi satu-satu pada (fungsi bijektif)</a:t>
            </a:r>
          </a:p>
          <a:p>
            <a:pPr>
              <a:buNone/>
            </a:pPr>
            <a:r>
              <a:rPr lang="id-ID" dirty="0"/>
              <a:t>	fungsi yang memenuhi:</a:t>
            </a:r>
          </a:p>
          <a:p>
            <a:pPr>
              <a:buNone/>
            </a:pPr>
            <a:r>
              <a:rPr lang="id-ID" dirty="0"/>
              <a:t>	1) jika </a:t>
            </a:r>
            <a:r>
              <a:rPr lang="id-ID" i="1" dirty="0"/>
              <a:t>x</a:t>
            </a:r>
            <a:r>
              <a:rPr lang="id-ID" baseline="-25000" dirty="0"/>
              <a:t>1</a:t>
            </a:r>
            <a:r>
              <a:rPr lang="id-ID" dirty="0"/>
              <a:t> ≠ </a:t>
            </a:r>
            <a:r>
              <a:rPr lang="id-ID" i="1" dirty="0"/>
              <a:t>x</a:t>
            </a:r>
            <a:r>
              <a:rPr lang="id-ID" baseline="-25000" dirty="0"/>
              <a:t>2</a:t>
            </a:r>
            <a:r>
              <a:rPr lang="id-ID" dirty="0"/>
              <a:t> maka berlaku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baseline="-25000" dirty="0"/>
              <a:t>1</a:t>
            </a:r>
            <a:r>
              <a:rPr lang="id-ID" dirty="0"/>
              <a:t>) ≠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baseline="-25000" dirty="0"/>
              <a:t>2</a:t>
            </a:r>
            <a:r>
              <a:rPr lang="id-ID" dirty="0"/>
              <a:t>).</a:t>
            </a:r>
          </a:p>
          <a:p>
            <a:pPr>
              <a:buNone/>
            </a:pPr>
            <a:r>
              <a:rPr lang="id-ID" dirty="0"/>
              <a:t>	2) </a:t>
            </a:r>
            <a:r>
              <a:rPr lang="id-ID" i="1" dirty="0"/>
              <a:t>C</a:t>
            </a:r>
            <a:r>
              <a:rPr lang="id-ID" i="1" baseline="-25000" dirty="0"/>
              <a:t>f</a:t>
            </a:r>
            <a:r>
              <a:rPr lang="id-ID" dirty="0"/>
              <a:t> = </a:t>
            </a:r>
            <a:r>
              <a:rPr lang="id-ID" i="1" dirty="0"/>
              <a:t>R</a:t>
            </a:r>
            <a:r>
              <a:rPr lang="id-ID" i="1" baseline="-25000" dirty="0"/>
              <a:t>f</a:t>
            </a:r>
            <a:endParaRPr lang="id-ID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d-ID" dirty="0"/>
              <a:t>Fungsi eksplisit</a:t>
            </a:r>
          </a:p>
          <a:p>
            <a:pPr>
              <a:buNone/>
            </a:pPr>
            <a:r>
              <a:rPr lang="id-ID" dirty="0"/>
              <a:t>	suatu fungsi </a:t>
            </a:r>
            <a:r>
              <a:rPr lang="id-ID" i="1" dirty="0"/>
              <a:t>y</a:t>
            </a:r>
            <a:r>
              <a:rPr lang="id-ID" dirty="0"/>
              <a:t> =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), dimana variabel </a:t>
            </a:r>
            <a:r>
              <a:rPr lang="id-ID" i="1" dirty="0"/>
              <a:t>y</a:t>
            </a:r>
            <a:r>
              <a:rPr lang="id-ID" dirty="0"/>
              <a:t> dan </a:t>
            </a:r>
            <a:r>
              <a:rPr lang="id-ID" i="1" dirty="0"/>
              <a:t>x</a:t>
            </a:r>
            <a:r>
              <a:rPr lang="id-ID" dirty="0"/>
              <a:t> terpisah pada ruas kiri dan kanan.</a:t>
            </a:r>
          </a:p>
          <a:p>
            <a:pPr>
              <a:buNone/>
            </a:pPr>
            <a:r>
              <a:rPr lang="id-ID" dirty="0"/>
              <a:t>	</a:t>
            </a:r>
            <a:r>
              <a:rPr lang="id-ID" i="1" dirty="0"/>
              <a:t>y</a:t>
            </a:r>
            <a:r>
              <a:rPr lang="id-ID" dirty="0"/>
              <a:t> = </a:t>
            </a:r>
            <a:r>
              <a:rPr lang="id-ID" i="1" dirty="0"/>
              <a:t>x</a:t>
            </a:r>
            <a:r>
              <a:rPr lang="id-ID" baseline="30000" dirty="0"/>
              <a:t>3</a:t>
            </a:r>
            <a:r>
              <a:rPr lang="id-ID" dirty="0"/>
              <a:t> + 4</a:t>
            </a:r>
            <a:r>
              <a:rPr lang="id-ID" i="1" dirty="0"/>
              <a:t>x</a:t>
            </a:r>
            <a:r>
              <a:rPr lang="id-ID" dirty="0"/>
              <a:t> - 2</a:t>
            </a:r>
          </a:p>
          <a:p>
            <a:r>
              <a:rPr lang="id-ID" dirty="0"/>
              <a:t>Fungsi implisit</a:t>
            </a:r>
          </a:p>
          <a:p>
            <a:pPr>
              <a:buNone/>
            </a:pPr>
            <a:r>
              <a:rPr lang="id-ID" dirty="0"/>
              <a:t>	</a:t>
            </a:r>
            <a:r>
              <a:rPr lang="id-ID" i="1" dirty="0"/>
              <a:t>xy</a:t>
            </a:r>
            <a:r>
              <a:rPr lang="id-ID" dirty="0"/>
              <a:t> + </a:t>
            </a:r>
            <a:r>
              <a:rPr lang="id-ID" i="1" dirty="0"/>
              <a:t>x</a:t>
            </a:r>
            <a:r>
              <a:rPr lang="id-ID" baseline="30000" dirty="0"/>
              <a:t>2</a:t>
            </a:r>
            <a:r>
              <a:rPr lang="id-ID" dirty="0"/>
              <a:t> = 7</a:t>
            </a:r>
          </a:p>
          <a:p>
            <a:r>
              <a:rPr lang="id-ID" dirty="0"/>
              <a:t>Fungsi bernilai banyak</a:t>
            </a:r>
          </a:p>
          <a:p>
            <a:pPr>
              <a:buNone/>
            </a:pPr>
            <a:r>
              <a:rPr lang="id-ID" i="1" dirty="0"/>
              <a:t>	x</a:t>
            </a:r>
            <a:r>
              <a:rPr lang="id-ID" baseline="30000" dirty="0"/>
              <a:t>2</a:t>
            </a:r>
            <a:r>
              <a:rPr lang="id-ID" dirty="0"/>
              <a:t> + </a:t>
            </a:r>
            <a:r>
              <a:rPr lang="id-ID" i="1" dirty="0"/>
              <a:t>y</a:t>
            </a:r>
            <a:r>
              <a:rPr lang="id-ID" baseline="30000" dirty="0"/>
              <a:t>2</a:t>
            </a:r>
            <a:r>
              <a:rPr lang="id-ID" dirty="0"/>
              <a:t> = 4</a:t>
            </a:r>
          </a:p>
          <a:p>
            <a:r>
              <a:rPr lang="id-ID" dirty="0"/>
              <a:t>Fungsi genap: </a:t>
            </a:r>
            <a:r>
              <a:rPr lang="id-ID" i="1" dirty="0"/>
              <a:t>f</a:t>
            </a:r>
            <a:r>
              <a:rPr lang="id-ID" dirty="0"/>
              <a:t>(-</a:t>
            </a:r>
            <a:r>
              <a:rPr lang="id-ID" i="1" dirty="0"/>
              <a:t>x</a:t>
            </a:r>
            <a:r>
              <a:rPr lang="id-ID" dirty="0"/>
              <a:t>) =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</a:t>
            </a:r>
          </a:p>
          <a:p>
            <a:pPr>
              <a:buNone/>
            </a:pPr>
            <a:r>
              <a:rPr lang="id-ID" dirty="0"/>
              <a:t>	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= cos </a:t>
            </a:r>
            <a:r>
              <a:rPr lang="id-ID" i="1" dirty="0"/>
              <a:t>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875489"/>
            <a:ext cx="3143250" cy="365522"/>
          </a:xfrm>
        </p:spPr>
        <p:txBody>
          <a:bodyPr>
            <a:normAutofit fontScale="90000"/>
          </a:bodyPr>
          <a:lstStyle/>
          <a:p>
            <a:r>
              <a:rPr lang="en-US" sz="1800" dirty="0"/>
              <a:t>Skema </a:t>
            </a:r>
            <a:r>
              <a:rPr lang="en-US" sz="1800" dirty="0" err="1"/>
              <a:t>Himpunan</a:t>
            </a:r>
            <a:r>
              <a:rPr lang="en-US" sz="1800" dirty="0"/>
              <a:t> </a:t>
            </a:r>
            <a:r>
              <a:rPr lang="en-US" sz="1800" dirty="0" err="1"/>
              <a:t>Bilangan</a:t>
            </a:r>
            <a:endParaRPr lang="en-US" sz="1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073421"/>
              </p:ext>
            </p:extLst>
          </p:nvPr>
        </p:nvGraphicFramePr>
        <p:xfrm>
          <a:off x="222663" y="999754"/>
          <a:ext cx="8813833" cy="5309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8386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Fungsi Riil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Fungsi riil adalah fungsi yang memetakan himpunan bilangan riil ke himpunan bilangan riil.</a:t>
            </a:r>
          </a:p>
          <a:p>
            <a:r>
              <a:rPr lang="id-ID" dirty="0"/>
              <a:t>Contoh:</a:t>
            </a:r>
          </a:p>
          <a:p>
            <a:pPr>
              <a:buNone/>
            </a:pPr>
            <a:r>
              <a:rPr lang="id-ID" dirty="0"/>
              <a:t>    f(x) = x + 2, x </a:t>
            </a:r>
            <a:r>
              <a:rPr lang="el-GR" dirty="0">
                <a:latin typeface="Calibri"/>
                <a:cs typeface="Calibri"/>
              </a:rPr>
              <a:t>ϵ</a:t>
            </a:r>
            <a:r>
              <a:rPr lang="id-ID" dirty="0">
                <a:latin typeface="Calibri"/>
                <a:cs typeface="Calibri"/>
              </a:rPr>
              <a:t> R.</a:t>
            </a:r>
            <a:r>
              <a:rPr lang="id-ID" dirty="0"/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Jenis – jenis fungsi riil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d-ID" dirty="0"/>
              <a:t>Fungsi polinom (suku banyak)</a:t>
            </a:r>
          </a:p>
          <a:p>
            <a:endParaRPr lang="id-ID" dirty="0"/>
          </a:p>
          <a:p>
            <a:pPr>
              <a:buNone/>
            </a:pPr>
            <a:r>
              <a:rPr lang="id-ID" i="1" dirty="0"/>
              <a:t>a</a:t>
            </a:r>
            <a:r>
              <a:rPr lang="id-ID" i="1" baseline="-25000" dirty="0"/>
              <a:t>i</a:t>
            </a:r>
            <a:r>
              <a:rPr lang="id-ID" dirty="0"/>
              <a:t> bilangan riil, </a:t>
            </a:r>
            <a:r>
              <a:rPr lang="id-ID" i="1" dirty="0"/>
              <a:t>a</a:t>
            </a:r>
            <a:r>
              <a:rPr lang="id-ID" baseline="-25000" dirty="0"/>
              <a:t>0</a:t>
            </a:r>
            <a:r>
              <a:rPr lang="id-ID" dirty="0"/>
              <a:t> ≠0, </a:t>
            </a:r>
            <a:r>
              <a:rPr lang="id-ID" i="1" dirty="0"/>
              <a:t>n</a:t>
            </a:r>
            <a:r>
              <a:rPr lang="id-ID" dirty="0"/>
              <a:t> bilangan bulat positif. </a:t>
            </a:r>
          </a:p>
          <a:p>
            <a:pPr>
              <a:buNone/>
            </a:pP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disebut fungsi polinom berderajat </a:t>
            </a:r>
            <a:r>
              <a:rPr lang="id-ID" i="1" dirty="0"/>
              <a:t>n</a:t>
            </a:r>
            <a:r>
              <a:rPr lang="id-ID" dirty="0"/>
              <a:t>.</a:t>
            </a:r>
          </a:p>
          <a:p>
            <a:r>
              <a:rPr lang="id-ID" dirty="0"/>
              <a:t>Fungsi aljabar adalah suatu fungsi </a:t>
            </a:r>
            <a:r>
              <a:rPr lang="id-ID" i="1" dirty="0"/>
              <a:t>y</a:t>
            </a:r>
            <a:r>
              <a:rPr lang="id-ID" dirty="0"/>
              <a:t> =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yang memenuhi</a:t>
            </a:r>
          </a:p>
          <a:p>
            <a:endParaRPr lang="id-ID" dirty="0"/>
          </a:p>
          <a:p>
            <a:pPr>
              <a:buNone/>
            </a:pPr>
            <a:r>
              <a:rPr lang="id-ID" dirty="0"/>
              <a:t>dimana </a:t>
            </a:r>
            <a:r>
              <a:rPr lang="id-ID" i="1" dirty="0"/>
              <a:t>p</a:t>
            </a:r>
            <a:r>
              <a:rPr lang="id-ID" i="1" baseline="-25000" dirty="0"/>
              <a:t>i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suatu polinom dalam </a:t>
            </a:r>
            <a:r>
              <a:rPr lang="id-ID" i="1" dirty="0"/>
              <a:t>x</a:t>
            </a:r>
            <a:r>
              <a:rPr lang="id-ID" dirty="0"/>
              <a:t>.</a:t>
            </a: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051050" y="2071678"/>
          <a:ext cx="58293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080" imgH="241200" progId="Equation.DSMT4">
                  <p:embed/>
                </p:oleObj>
              </mc:Choice>
              <mc:Fallback>
                <p:oleObj name="Equation" r:id="rId2" imgW="2197080" imgH="24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071678"/>
                        <a:ext cx="5829300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1108075" y="4643446"/>
          <a:ext cx="761523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69920" imgH="241200" progId="Equation.DSMT4">
                  <p:embed/>
                </p:oleObj>
              </mc:Choice>
              <mc:Fallback>
                <p:oleObj name="Equation" r:id="rId4" imgW="286992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4643446"/>
                        <a:ext cx="7615238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Jenis – jenis fungsi riil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Fungsi aljabar rasional:</a:t>
            </a:r>
          </a:p>
          <a:p>
            <a:endParaRPr lang="id-ID" dirty="0"/>
          </a:p>
          <a:p>
            <a:pPr>
              <a:buNone/>
            </a:pPr>
            <a:endParaRPr lang="id-ID" dirty="0"/>
          </a:p>
          <a:p>
            <a:pPr marL="0" indent="0">
              <a:buNone/>
            </a:pPr>
            <a:r>
              <a:rPr lang="id-ID" dirty="0"/>
              <a:t>Dalam hal lain disebut fungsi aljabar tak rasional.</a:t>
            </a:r>
          </a:p>
          <a:p>
            <a:endParaRPr lang="id-ID" dirty="0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3357554" y="2214554"/>
          <a:ext cx="21558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419040" progId="Equation.DSMT4">
                  <p:embed/>
                </p:oleObj>
              </mc:Choice>
              <mc:Fallback>
                <p:oleObj name="Equation" r:id="rId2" imgW="812520" imgH="419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2214554"/>
                        <a:ext cx="2155825" cy="1108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2959113" y="4071942"/>
          <a:ext cx="3470275" cy="245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927000" progId="Equation.DSMT4">
                  <p:embed/>
                </p:oleObj>
              </mc:Choice>
              <mc:Fallback>
                <p:oleObj name="Equation" r:id="rId4" imgW="1307880" imgH="9270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13" y="4071942"/>
                        <a:ext cx="3470275" cy="245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Jenis – jenis fungsi riil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Fungsi transenden: fungsi yang bukan fungsi aljabar, antara lain:</a:t>
            </a:r>
          </a:p>
          <a:p>
            <a:pPr>
              <a:buNone/>
            </a:pPr>
            <a:r>
              <a:rPr lang="id-ID" dirty="0"/>
              <a:t>	- Fungsi eksponensial: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= </a:t>
            </a:r>
            <a:r>
              <a:rPr lang="id-ID" i="1" dirty="0"/>
              <a:t>a</a:t>
            </a:r>
            <a:r>
              <a:rPr lang="id-ID" i="1" baseline="30000" dirty="0"/>
              <a:t>x</a:t>
            </a:r>
          </a:p>
          <a:p>
            <a:pPr>
              <a:buNone/>
            </a:pPr>
            <a:r>
              <a:rPr lang="id-ID" dirty="0"/>
              <a:t>	- Fungsi logaritma: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= </a:t>
            </a:r>
            <a:r>
              <a:rPr lang="id-ID" i="1" baseline="30000" dirty="0"/>
              <a:t>a</a:t>
            </a:r>
            <a:r>
              <a:rPr lang="id-ID" dirty="0"/>
              <a:t>log </a:t>
            </a:r>
            <a:r>
              <a:rPr lang="id-ID" i="1" dirty="0"/>
              <a:t>x</a:t>
            </a:r>
          </a:p>
          <a:p>
            <a:pPr>
              <a:buNone/>
            </a:pPr>
            <a:r>
              <a:rPr lang="id-ID" dirty="0"/>
              <a:t>	- Fungsi trigonometri: sin </a:t>
            </a:r>
            <a:r>
              <a:rPr lang="id-ID" i="1" dirty="0"/>
              <a:t>x</a:t>
            </a:r>
            <a:r>
              <a:rPr lang="id-ID" dirty="0"/>
              <a:t>, cos </a:t>
            </a:r>
            <a:r>
              <a:rPr lang="id-ID" i="1" dirty="0"/>
              <a:t>x</a:t>
            </a:r>
            <a:r>
              <a:rPr lang="id-ID" dirty="0"/>
              <a:t>, tan </a:t>
            </a:r>
            <a:r>
              <a:rPr lang="id-ID" i="1" dirty="0"/>
              <a:t>x</a:t>
            </a:r>
            <a:r>
              <a:rPr lang="id-ID" dirty="0"/>
              <a:t>, ctg </a:t>
            </a:r>
            <a:r>
              <a:rPr lang="id-ID" i="1" dirty="0"/>
              <a:t>x</a:t>
            </a:r>
          </a:p>
          <a:p>
            <a:pPr>
              <a:buNone/>
            </a:pPr>
            <a:r>
              <a:rPr lang="id-ID" dirty="0"/>
              <a:t>		sec </a:t>
            </a:r>
            <a:r>
              <a:rPr lang="id-ID" i="1" dirty="0"/>
              <a:t>x</a:t>
            </a:r>
            <a:r>
              <a:rPr lang="id-ID" dirty="0"/>
              <a:t>, cosec </a:t>
            </a:r>
            <a:r>
              <a:rPr lang="id-ID" i="1" dirty="0"/>
              <a:t>x</a:t>
            </a:r>
            <a:r>
              <a:rPr lang="id-ID" dirty="0"/>
              <a:t>.</a:t>
            </a:r>
          </a:p>
          <a:p>
            <a:pPr>
              <a:buNone/>
            </a:pPr>
            <a:r>
              <a:rPr lang="id-ID" dirty="0"/>
              <a:t>	- Fungsi siklometri (fungsi invers trigonometri):</a:t>
            </a:r>
          </a:p>
          <a:p>
            <a:pPr>
              <a:buNone/>
            </a:pPr>
            <a:r>
              <a:rPr lang="id-ID" dirty="0"/>
              <a:t>		arc sin </a:t>
            </a:r>
            <a:r>
              <a:rPr lang="id-ID" i="1" dirty="0"/>
              <a:t>x</a:t>
            </a:r>
            <a:r>
              <a:rPr lang="id-ID" dirty="0"/>
              <a:t>, arc cos </a:t>
            </a:r>
            <a:r>
              <a:rPr lang="id-ID" i="1" dirty="0"/>
              <a:t>x</a:t>
            </a:r>
            <a:r>
              <a:rPr lang="id-ID" dirty="0"/>
              <a:t>, arc tan </a:t>
            </a:r>
            <a:r>
              <a:rPr lang="id-ID" i="1" dirty="0"/>
              <a:t>x</a:t>
            </a:r>
            <a:r>
              <a:rPr lang="id-ID" dirty="0"/>
              <a:t>, ...</a:t>
            </a:r>
          </a:p>
          <a:p>
            <a:pPr>
              <a:buNone/>
            </a:pPr>
            <a:r>
              <a:rPr lang="id-ID" dirty="0"/>
              <a:t>	- Fungsi hiperbolik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Jenis – jenis fungsi riil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Fungsi hiperbolik</a:t>
            </a: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790825" y="1905000"/>
          <a:ext cx="3808413" cy="335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4960" imgH="1269720" progId="Equation.DSMT4">
                  <p:embed/>
                </p:oleObj>
              </mc:Choice>
              <mc:Fallback>
                <p:oleObj name="Equation" r:id="rId2" imgW="1434960" imgH="1269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1905000"/>
                        <a:ext cx="3808413" cy="335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697559"/>
          </a:xfrm>
        </p:spPr>
        <p:txBody>
          <a:bodyPr/>
          <a:lstStyle/>
          <a:p>
            <a:r>
              <a:rPr lang="id-ID" dirty="0"/>
              <a:t>Fungsi komposisi</a:t>
            </a:r>
          </a:p>
          <a:p>
            <a:pPr>
              <a:buNone/>
            </a:pPr>
            <a:endParaRPr lang="id-ID" dirty="0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2941638" y="1035037"/>
          <a:ext cx="350361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203040" progId="Equation.DSMT4">
                  <p:embed/>
                </p:oleObj>
              </mc:Choice>
              <mc:Fallback>
                <p:oleObj name="Equation" r:id="rId2" imgW="132048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1035037"/>
                        <a:ext cx="3503612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52729" y="1643050"/>
            <a:ext cx="4276725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fungsi komposisi</a:t>
            </a: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500034" y="1714488"/>
          <a:ext cx="5222875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736560" progId="Equation.DSMT4">
                  <p:embed/>
                </p:oleObj>
              </mc:Choice>
              <mc:Fallback>
                <p:oleObj name="Equation" r:id="rId2" imgW="1968480" imgH="7365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1714488"/>
                        <a:ext cx="5222875" cy="194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53"/>
            <a:ext cx="8229600" cy="3714775"/>
          </a:xfrm>
        </p:spPr>
        <p:txBody>
          <a:bodyPr>
            <a:normAutofit lnSpcReduction="10000"/>
          </a:bodyPr>
          <a:lstStyle/>
          <a:p>
            <a:r>
              <a:rPr lang="id-ID" dirty="0"/>
              <a:t>Fungsi invers</a:t>
            </a:r>
          </a:p>
          <a:p>
            <a:pPr>
              <a:buNone/>
            </a:pPr>
            <a:r>
              <a:rPr lang="id-ID" dirty="0"/>
              <a:t>	Jika </a:t>
            </a:r>
            <a:r>
              <a:rPr lang="id-ID" i="1" dirty="0"/>
              <a:t>f</a:t>
            </a:r>
            <a:r>
              <a:rPr lang="id-ID" dirty="0"/>
              <a:t> dan </a:t>
            </a:r>
            <a:r>
              <a:rPr lang="id-ID" i="1" dirty="0"/>
              <a:t>g</a:t>
            </a:r>
            <a:r>
              <a:rPr lang="id-ID" dirty="0"/>
              <a:t> adalah fungsi bijektif dimana</a:t>
            </a:r>
          </a:p>
          <a:p>
            <a:pPr>
              <a:buNone/>
            </a:pPr>
            <a:endParaRPr lang="id-ID" dirty="0"/>
          </a:p>
          <a:p>
            <a:pPr>
              <a:buNone/>
            </a:pPr>
            <a:r>
              <a:rPr lang="id-ID" dirty="0"/>
              <a:t>	sedemikian sehingga </a:t>
            </a:r>
            <a:r>
              <a:rPr lang="id-ID" i="1" dirty="0"/>
              <a:t>gf</a:t>
            </a:r>
            <a:r>
              <a:rPr lang="id-ID" dirty="0"/>
              <a:t> = </a:t>
            </a:r>
            <a:r>
              <a:rPr lang="id-ID" i="1" dirty="0"/>
              <a:t>I</a:t>
            </a:r>
            <a:r>
              <a:rPr lang="id-ID" dirty="0"/>
              <a:t> (</a:t>
            </a:r>
            <a:r>
              <a:rPr lang="id-ID"/>
              <a:t>fungsi identitas</a:t>
            </a:r>
            <a:r>
              <a:rPr lang="id-ID" dirty="0"/>
              <a:t>), maka </a:t>
            </a:r>
            <a:r>
              <a:rPr lang="id-ID" i="1" dirty="0"/>
              <a:t>g</a:t>
            </a:r>
            <a:r>
              <a:rPr lang="id-ID" dirty="0"/>
              <a:t> disebut invers dari </a:t>
            </a:r>
            <a:r>
              <a:rPr lang="id-ID" i="1" dirty="0"/>
              <a:t>f:</a:t>
            </a:r>
          </a:p>
          <a:p>
            <a:pPr>
              <a:buNone/>
            </a:pPr>
            <a:r>
              <a:rPr lang="id-ID" i="1" dirty="0"/>
              <a:t>					g</a:t>
            </a:r>
            <a:r>
              <a:rPr lang="id-ID" dirty="0"/>
              <a:t> = </a:t>
            </a:r>
            <a:r>
              <a:rPr lang="id-ID" i="1" dirty="0"/>
              <a:t>f</a:t>
            </a:r>
            <a:r>
              <a:rPr lang="id-ID" baseline="30000" dirty="0"/>
              <a:t>-1</a:t>
            </a:r>
            <a:r>
              <a:rPr lang="id-ID" dirty="0"/>
              <a:t> </a:t>
            </a:r>
          </a:p>
          <a:p>
            <a:pPr>
              <a:buNone/>
            </a:pPr>
            <a:r>
              <a:rPr lang="id-ID" dirty="0"/>
              <a:t>Contoh:</a:t>
            </a:r>
          </a:p>
          <a:p>
            <a:pPr>
              <a:buNone/>
            </a:pPr>
            <a:endParaRPr lang="id-ID" dirty="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941638" y="1214422"/>
          <a:ext cx="350361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203040" progId="Equation.DSMT4">
                  <p:embed/>
                </p:oleObj>
              </mc:Choice>
              <mc:Fallback>
                <p:oleObj name="Equation" r:id="rId2" imgW="132048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1214422"/>
                        <a:ext cx="3503612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2214546" y="3643314"/>
          <a:ext cx="3000396" cy="2868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1701720" progId="Equation.DSMT4">
                  <p:embed/>
                </p:oleObj>
              </mc:Choice>
              <mc:Fallback>
                <p:oleObj name="Equation" r:id="rId4" imgW="1079280" imgH="1701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3643314"/>
                        <a:ext cx="3000396" cy="28683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/>
          <a:lstStyle/>
          <a:p>
            <a:r>
              <a:rPr lang="id-ID" dirty="0"/>
              <a:t>Fungsi periodik</a:t>
            </a:r>
          </a:p>
          <a:p>
            <a:pPr marL="0" indent="0">
              <a:buNone/>
            </a:pP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disebut fungsi dengan periodik T, jika untuk setiap </a:t>
            </a:r>
            <a:r>
              <a:rPr lang="id-ID" i="1" dirty="0"/>
              <a:t>x</a:t>
            </a:r>
            <a:r>
              <a:rPr lang="id-ID" dirty="0"/>
              <a:t> </a:t>
            </a:r>
            <a:r>
              <a:rPr lang="el-GR" dirty="0">
                <a:latin typeface="Calibri"/>
                <a:cs typeface="Calibri"/>
              </a:rPr>
              <a:t>ϵ</a:t>
            </a:r>
            <a:r>
              <a:rPr lang="id-ID" dirty="0">
                <a:latin typeface="Calibri"/>
                <a:cs typeface="Calibri"/>
              </a:rPr>
              <a:t> </a:t>
            </a:r>
            <a:r>
              <a:rPr lang="id-ID" i="1" dirty="0">
                <a:latin typeface="Calibri"/>
                <a:cs typeface="Calibri"/>
              </a:rPr>
              <a:t>D</a:t>
            </a:r>
            <a:r>
              <a:rPr lang="id-ID" i="1" baseline="-25000" dirty="0">
                <a:latin typeface="Calibri"/>
                <a:cs typeface="Calibri"/>
              </a:rPr>
              <a:t>f</a:t>
            </a:r>
            <a:r>
              <a:rPr lang="id-ID" dirty="0">
                <a:latin typeface="Calibri"/>
                <a:cs typeface="Calibri"/>
              </a:rPr>
              <a:t> berlaku </a:t>
            </a:r>
            <a:r>
              <a:rPr lang="id-ID" i="1" dirty="0">
                <a:latin typeface="Calibri"/>
                <a:cs typeface="Calibri"/>
              </a:rPr>
              <a:t>f</a:t>
            </a:r>
            <a:r>
              <a:rPr lang="id-ID" dirty="0">
                <a:latin typeface="Calibri"/>
                <a:cs typeface="Calibri"/>
              </a:rPr>
              <a:t>(</a:t>
            </a:r>
            <a:r>
              <a:rPr lang="id-ID" i="1" dirty="0">
                <a:latin typeface="Calibri"/>
                <a:cs typeface="Calibri"/>
              </a:rPr>
              <a:t>x</a:t>
            </a:r>
            <a:r>
              <a:rPr lang="id-ID" dirty="0">
                <a:latin typeface="Calibri"/>
                <a:cs typeface="Calibri"/>
              </a:rPr>
              <a:t> + T) = </a:t>
            </a:r>
            <a:r>
              <a:rPr lang="id-ID" i="1" dirty="0">
                <a:latin typeface="Calibri"/>
                <a:cs typeface="Calibri"/>
              </a:rPr>
              <a:t>f</a:t>
            </a:r>
            <a:r>
              <a:rPr lang="id-ID" dirty="0">
                <a:latin typeface="Calibri"/>
                <a:cs typeface="Calibri"/>
              </a:rPr>
              <a:t>(</a:t>
            </a:r>
            <a:r>
              <a:rPr lang="id-ID" i="1" dirty="0">
                <a:latin typeface="Calibri"/>
                <a:cs typeface="Calibri"/>
              </a:rPr>
              <a:t>x</a:t>
            </a:r>
            <a:r>
              <a:rPr lang="id-ID" dirty="0">
                <a:latin typeface="Calibri"/>
                <a:cs typeface="Calibri"/>
              </a:rPr>
              <a:t>), T &gt; 0.</a:t>
            </a:r>
          </a:p>
          <a:p>
            <a:pPr marL="0" indent="0">
              <a:buNone/>
            </a:pPr>
            <a:r>
              <a:rPr lang="id-ID" dirty="0">
                <a:latin typeface="Calibri"/>
                <a:cs typeface="Calibri"/>
              </a:rPr>
              <a:t>Contoh:</a:t>
            </a:r>
          </a:p>
          <a:p>
            <a:pPr marL="0" indent="0">
              <a:buNone/>
            </a:pPr>
            <a:r>
              <a:rPr lang="id-ID" dirty="0">
                <a:latin typeface="Calibri"/>
                <a:cs typeface="Calibri"/>
              </a:rPr>
              <a:t> </a:t>
            </a:r>
            <a:endParaRPr lang="id-ID" dirty="0"/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2625725" y="2859091"/>
          <a:ext cx="411003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431640" progId="Equation.DSMT4">
                  <p:embed/>
                </p:oleObj>
              </mc:Choice>
              <mc:Fallback>
                <p:oleObj name="Equation" r:id="rId2" imgW="154908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725" y="2859091"/>
                        <a:ext cx="4110038" cy="1141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4295" y="4214818"/>
            <a:ext cx="5840894" cy="150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52"/>
            <a:ext cx="8229600" cy="6215106"/>
          </a:xfrm>
        </p:spPr>
        <p:txBody>
          <a:bodyPr>
            <a:normAutofit/>
          </a:bodyPr>
          <a:lstStyle/>
          <a:p>
            <a:r>
              <a:rPr lang="id-ID" dirty="0"/>
              <a:t>Fungsi terbatas</a:t>
            </a:r>
          </a:p>
          <a:p>
            <a:pPr marL="0" indent="0">
              <a:buNone/>
            </a:pP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disebut fungsi terbatas di atas pada suatu interval bila terdapat konstanta M sedemikian sehingga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≤ </a:t>
            </a:r>
            <a:r>
              <a:rPr lang="id-ID" i="1" dirty="0"/>
              <a:t>M</a:t>
            </a:r>
            <a:r>
              <a:rPr lang="id-ID" dirty="0"/>
              <a:t>, untuk setiap </a:t>
            </a:r>
            <a:r>
              <a:rPr lang="id-ID" i="1" dirty="0"/>
              <a:t>x</a:t>
            </a:r>
            <a:r>
              <a:rPr lang="id-ID" dirty="0"/>
              <a:t> pada interval tersebut.</a:t>
            </a:r>
          </a:p>
          <a:p>
            <a:pPr marL="0" indent="0">
              <a:buNone/>
            </a:pP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disebut fungsi terbatas di bawah bila terdapat konstanta m sedemikian sehingga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≥ </a:t>
            </a:r>
            <a:r>
              <a:rPr lang="id-ID" i="1" dirty="0"/>
              <a:t>m</a:t>
            </a:r>
            <a:r>
              <a:rPr lang="id-ID" dirty="0"/>
              <a:t>, untuk setiap </a:t>
            </a:r>
            <a:r>
              <a:rPr lang="id-ID" i="1" dirty="0"/>
              <a:t>x</a:t>
            </a:r>
            <a:r>
              <a:rPr lang="id-ID" dirty="0"/>
              <a:t> pada interval tersebut.</a:t>
            </a:r>
          </a:p>
          <a:p>
            <a:pPr marL="0" indent="0">
              <a:buNone/>
            </a:pP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disebut fungsi terbatas apabila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terbatas di atas dan terbatas di bawah. </a:t>
            </a:r>
            <a:r>
              <a:rPr lang="id-ID" i="1" dirty="0"/>
              <a:t>m</a:t>
            </a:r>
            <a:r>
              <a:rPr lang="id-ID" dirty="0"/>
              <a:t> ≤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≤ </a:t>
            </a:r>
            <a:r>
              <a:rPr lang="id-ID" i="1" dirty="0"/>
              <a:t>M</a:t>
            </a:r>
            <a:r>
              <a:rPr lang="id-ID" dirty="0"/>
              <a:t>.</a:t>
            </a:r>
          </a:p>
          <a:p>
            <a:pPr marL="0" indent="0">
              <a:buNone/>
            </a:pPr>
            <a:endParaRPr lang="id-ID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214290"/>
            <a:ext cx="8229600" cy="4525963"/>
          </a:xfrm>
        </p:spPr>
        <p:txBody>
          <a:bodyPr/>
          <a:lstStyle/>
          <a:p>
            <a:r>
              <a:rPr lang="id-ID" sz="2800" dirty="0"/>
              <a:t>Fungsi monoton</a:t>
            </a:r>
          </a:p>
          <a:p>
            <a:pPr marL="0" indent="0">
              <a:buNone/>
            </a:pPr>
            <a:r>
              <a:rPr lang="id-ID" sz="2800" i="1" dirty="0"/>
              <a:t>f</a:t>
            </a:r>
            <a:r>
              <a:rPr lang="id-ID" sz="2800" dirty="0"/>
              <a:t>(</a:t>
            </a:r>
            <a:r>
              <a:rPr lang="id-ID" sz="2800" i="1" dirty="0"/>
              <a:t>x</a:t>
            </a:r>
            <a:r>
              <a:rPr lang="id-ID" sz="2800" dirty="0"/>
              <a:t>) disebut fungsi monoton naik pada suatu interval jika untuk setiap </a:t>
            </a:r>
            <a:r>
              <a:rPr lang="id-ID" sz="2800" i="1" dirty="0"/>
              <a:t>x</a:t>
            </a:r>
            <a:r>
              <a:rPr lang="id-ID" sz="2800" baseline="-25000" dirty="0"/>
              <a:t>1</a:t>
            </a:r>
            <a:r>
              <a:rPr lang="id-ID" sz="2800" dirty="0"/>
              <a:t>, </a:t>
            </a:r>
            <a:r>
              <a:rPr lang="id-ID" sz="2800" i="1" dirty="0"/>
              <a:t>x</a:t>
            </a:r>
            <a:r>
              <a:rPr lang="id-ID" sz="2800" baseline="-25000" dirty="0"/>
              <a:t>2</a:t>
            </a:r>
            <a:r>
              <a:rPr lang="id-ID" sz="2800" dirty="0"/>
              <a:t> pada interval tersebut </a:t>
            </a:r>
            <a:r>
              <a:rPr lang="id-ID" sz="2800" i="1" dirty="0"/>
              <a:t>x</a:t>
            </a:r>
            <a:r>
              <a:rPr lang="id-ID" sz="2800" baseline="-25000" dirty="0"/>
              <a:t>1</a:t>
            </a:r>
            <a:r>
              <a:rPr lang="id-ID" sz="2800" dirty="0"/>
              <a:t> &lt; </a:t>
            </a:r>
            <a:r>
              <a:rPr lang="id-ID" sz="2800" i="1" dirty="0"/>
              <a:t>x</a:t>
            </a:r>
            <a:r>
              <a:rPr lang="id-ID" sz="2800" baseline="-25000" dirty="0"/>
              <a:t>2</a:t>
            </a:r>
            <a:r>
              <a:rPr lang="id-ID" sz="2800" dirty="0"/>
              <a:t> maka </a:t>
            </a:r>
            <a:r>
              <a:rPr lang="id-ID" sz="2800" i="1" dirty="0"/>
              <a:t>f</a:t>
            </a:r>
            <a:r>
              <a:rPr lang="id-ID" sz="2800" dirty="0"/>
              <a:t>(</a:t>
            </a:r>
            <a:r>
              <a:rPr lang="id-ID" sz="2800" i="1" dirty="0"/>
              <a:t>x</a:t>
            </a:r>
            <a:r>
              <a:rPr lang="id-ID" sz="2800" baseline="-25000" dirty="0"/>
              <a:t>1</a:t>
            </a:r>
            <a:r>
              <a:rPr lang="id-ID" sz="2800" dirty="0"/>
              <a:t>) ≤ </a:t>
            </a:r>
            <a:r>
              <a:rPr lang="id-ID" sz="2800" i="1" dirty="0"/>
              <a:t>f</a:t>
            </a:r>
            <a:r>
              <a:rPr lang="id-ID" sz="2800" dirty="0"/>
              <a:t>(</a:t>
            </a:r>
            <a:r>
              <a:rPr lang="id-ID" sz="2800" i="1" dirty="0"/>
              <a:t>x</a:t>
            </a:r>
            <a:r>
              <a:rPr lang="id-ID" sz="2800" baseline="-25000" dirty="0"/>
              <a:t>2</a:t>
            </a:r>
            <a:r>
              <a:rPr lang="id-ID" sz="2800" dirty="0"/>
              <a:t>).</a:t>
            </a:r>
          </a:p>
          <a:p>
            <a:pPr marL="0" indent="0">
              <a:buNone/>
            </a:pPr>
            <a:r>
              <a:rPr lang="id-ID" sz="2800" dirty="0"/>
              <a:t>Jika </a:t>
            </a:r>
            <a:r>
              <a:rPr lang="id-ID" sz="2800" i="1" dirty="0"/>
              <a:t>x</a:t>
            </a:r>
            <a:r>
              <a:rPr lang="id-ID" sz="2800" baseline="-25000" dirty="0"/>
              <a:t>1</a:t>
            </a:r>
            <a:r>
              <a:rPr lang="id-ID" sz="2800" dirty="0"/>
              <a:t> &lt; </a:t>
            </a:r>
            <a:r>
              <a:rPr lang="id-ID" sz="2800" i="1" dirty="0"/>
              <a:t>x</a:t>
            </a:r>
            <a:r>
              <a:rPr lang="id-ID" sz="2800" baseline="-25000" dirty="0"/>
              <a:t>2</a:t>
            </a:r>
            <a:r>
              <a:rPr lang="id-ID" sz="2800" dirty="0"/>
              <a:t> dan </a:t>
            </a:r>
            <a:r>
              <a:rPr lang="id-ID" sz="2800" i="1" dirty="0"/>
              <a:t>f</a:t>
            </a:r>
            <a:r>
              <a:rPr lang="id-ID" sz="2800" dirty="0"/>
              <a:t>(</a:t>
            </a:r>
            <a:r>
              <a:rPr lang="id-ID" sz="2800" i="1" dirty="0"/>
              <a:t>x</a:t>
            </a:r>
            <a:r>
              <a:rPr lang="id-ID" sz="2800" baseline="-25000" dirty="0"/>
              <a:t>1</a:t>
            </a:r>
            <a:r>
              <a:rPr lang="id-ID" sz="2800" dirty="0"/>
              <a:t>) ≥ </a:t>
            </a:r>
            <a:r>
              <a:rPr lang="id-ID" sz="2800" i="1" dirty="0"/>
              <a:t>f</a:t>
            </a:r>
            <a:r>
              <a:rPr lang="id-ID" sz="2800" dirty="0"/>
              <a:t>(</a:t>
            </a:r>
            <a:r>
              <a:rPr lang="id-ID" sz="2800" i="1" dirty="0"/>
              <a:t>x</a:t>
            </a:r>
            <a:r>
              <a:rPr lang="id-ID" sz="2800" baseline="-25000" dirty="0"/>
              <a:t>2</a:t>
            </a:r>
            <a:r>
              <a:rPr lang="id-ID" sz="2800" dirty="0"/>
              <a:t>) naka </a:t>
            </a:r>
            <a:r>
              <a:rPr lang="id-ID" sz="2800" i="1" dirty="0"/>
              <a:t>f</a:t>
            </a:r>
            <a:r>
              <a:rPr lang="id-ID" sz="2800" dirty="0"/>
              <a:t>(</a:t>
            </a:r>
            <a:r>
              <a:rPr lang="id-ID" sz="2800" i="1" dirty="0"/>
              <a:t>x</a:t>
            </a:r>
            <a:r>
              <a:rPr lang="id-ID" sz="2800" dirty="0"/>
              <a:t>) disebut fungsi monoton turun.</a:t>
            </a:r>
          </a:p>
          <a:p>
            <a:pPr>
              <a:buNone/>
            </a:pPr>
            <a:endParaRPr lang="id-ID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143248"/>
            <a:ext cx="6357982" cy="319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Fungsi dalam bentuk parameter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i="1" dirty="0"/>
              <a:t>y</a:t>
            </a:r>
            <a:r>
              <a:rPr lang="id-ID" dirty="0"/>
              <a:t> = </a:t>
            </a:r>
            <a:r>
              <a:rPr lang="id-ID" i="1" dirty="0"/>
              <a:t>f</a:t>
            </a:r>
            <a:r>
              <a:rPr lang="id-ID" dirty="0"/>
              <a:t>(</a:t>
            </a:r>
            <a:r>
              <a:rPr lang="id-ID" i="1" dirty="0"/>
              <a:t>x</a:t>
            </a:r>
            <a:r>
              <a:rPr lang="id-ID" dirty="0"/>
              <a:t>) dinyatakan dalam parameter </a:t>
            </a:r>
            <a:r>
              <a:rPr lang="id-ID" i="1" dirty="0"/>
              <a:t>t</a:t>
            </a:r>
            <a:r>
              <a:rPr lang="id-ID" dirty="0"/>
              <a:t> sebagai</a:t>
            </a:r>
          </a:p>
          <a:p>
            <a:pPr>
              <a:buNone/>
            </a:pPr>
            <a:endParaRPr lang="id-ID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r>
              <a:rPr lang="id-ID" dirty="0"/>
              <a:t>Contoh</a:t>
            </a: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3805238" y="2290763"/>
          <a:ext cx="1751012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482400" progId="Equation.DSMT4">
                  <p:embed/>
                </p:oleObj>
              </mc:Choice>
              <mc:Fallback>
                <p:oleObj name="Equation" r:id="rId2" imgW="660240" imgH="482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238" y="2290763"/>
                        <a:ext cx="1751012" cy="1274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2214583" y="3860828"/>
          <a:ext cx="5286375" cy="2640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1777680" progId="Equation.DSMT4">
                  <p:embed/>
                </p:oleObj>
              </mc:Choice>
              <mc:Fallback>
                <p:oleObj name="Equation" r:id="rId4" imgW="1993680" imgH="17776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83" y="3860828"/>
                        <a:ext cx="5286375" cy="26400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Koordinat Polar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Sistem koordinat polar (sistem koordinat kutub) dalam  matematika adalah suatu sistem koordinat 2-dimensi di mana setiap titik pada bidang ditentukan dengan </a:t>
            </a:r>
            <a:r>
              <a:rPr lang="id-ID" b="1" dirty="0"/>
              <a:t>jarak</a:t>
            </a:r>
            <a:r>
              <a:rPr lang="id-ID" dirty="0"/>
              <a:t> dari suatu titik yang telah ditetapkan dan suatu </a:t>
            </a:r>
            <a:r>
              <a:rPr lang="id-ID" b="1" dirty="0"/>
              <a:t>sudut</a:t>
            </a:r>
            <a:r>
              <a:rPr lang="id-ID" dirty="0"/>
              <a:t> dari suatu arah yang telah ditetapkan.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Koordinat Polar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d-ID" dirty="0"/>
              <a:t>Hubungan antara koordinat Cartesian dan Polar</a:t>
            </a:r>
          </a:p>
          <a:p>
            <a:endParaRPr lang="id-ID" dirty="0"/>
          </a:p>
          <a:p>
            <a:endParaRPr lang="id-ID" dirty="0"/>
          </a:p>
          <a:p>
            <a:endParaRPr lang="id-ID" dirty="0"/>
          </a:p>
          <a:p>
            <a:endParaRPr lang="id-ID" dirty="0"/>
          </a:p>
          <a:p>
            <a:endParaRPr lang="id-ID" dirty="0"/>
          </a:p>
          <a:p>
            <a:r>
              <a:rPr lang="id-ID" dirty="0"/>
              <a:t>r = koordinat radial</a:t>
            </a:r>
          </a:p>
          <a:p>
            <a:r>
              <a:rPr lang="el-GR" dirty="0">
                <a:latin typeface="Times New Roman"/>
                <a:cs typeface="Times New Roman"/>
              </a:rPr>
              <a:t>θ</a:t>
            </a:r>
            <a:r>
              <a:rPr lang="id-ID" dirty="0">
                <a:latin typeface="Times New Roman"/>
                <a:cs typeface="Times New Roman"/>
              </a:rPr>
              <a:t> = koordinat sudut</a:t>
            </a:r>
            <a:endParaRPr lang="id-ID" dirty="0"/>
          </a:p>
          <a:p>
            <a:pPr>
              <a:buNone/>
            </a:pPr>
            <a:endParaRPr lang="id-ID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1542" y="2786058"/>
            <a:ext cx="43053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666750" y="2643182"/>
          <a:ext cx="3905250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120" imgH="888840" progId="Equation.DSMT4">
                  <p:embed/>
                </p:oleObj>
              </mc:Choice>
              <mc:Fallback>
                <p:oleObj name="Equation" r:id="rId3" imgW="1473120" imgH="8888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643182"/>
                        <a:ext cx="3905250" cy="234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soal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Nyatakan titik A dan B dalam koordinat Cartesius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571744"/>
            <a:ext cx="7286675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soal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Nyatakan titik P dan Q dalam koordinat polar</a:t>
            </a:r>
          </a:p>
          <a:p>
            <a:endParaRPr lang="id-ID" dirty="0"/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857224" y="2285992"/>
          <a:ext cx="2355850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583920" progId="Equation.DSMT4">
                  <p:embed/>
                </p:oleObj>
              </mc:Choice>
              <mc:Fallback>
                <p:oleObj name="Equation" r:id="rId2" imgW="888840" imgH="5839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2285992"/>
                        <a:ext cx="2355850" cy="154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Tabel Identitas Trigonometri</a:t>
            </a:r>
          </a:p>
        </p:txBody>
      </p:sp>
      <p:pic>
        <p:nvPicPr>
          <p:cNvPr id="21506" name="Picture 2" descr="C:\Users\User\Downloads\Tabel-Identitas-Trigonometri-e152023984899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1525" y="2119313"/>
            <a:ext cx="7600950" cy="2619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Tabel Trigonometri</a:t>
            </a:r>
          </a:p>
        </p:txBody>
      </p:sp>
      <p:pic>
        <p:nvPicPr>
          <p:cNvPr id="20482" name="Picture 2" descr="C:\Users\User\Downloads\tabel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5" y="1805005"/>
            <a:ext cx="8096250" cy="4124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1200</Words>
  <Application>Microsoft Office PowerPoint</Application>
  <PresentationFormat>On-screen Show (4:3)</PresentationFormat>
  <Paragraphs>193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Times New Roman</vt:lpstr>
      <vt:lpstr>Office Theme</vt:lpstr>
      <vt:lpstr>Equation</vt:lpstr>
      <vt:lpstr>Matematika Dasar 1</vt:lpstr>
      <vt:lpstr>Pokok Bahasan</vt:lpstr>
      <vt:lpstr>Penilaian</vt:lpstr>
      <vt:lpstr>Penilaian</vt:lpstr>
      <vt:lpstr>PowerPoint Presentation</vt:lpstr>
      <vt:lpstr>Definisi Fungsi</vt:lpstr>
      <vt:lpstr>Penyajian Fungsi</vt:lpstr>
      <vt:lpstr>Fungsi?</vt:lpstr>
      <vt:lpstr>Penyajian Fungsi</vt:lpstr>
      <vt:lpstr>Penyajian Fungsi</vt:lpstr>
      <vt:lpstr>Daerah Definisi dan Daerah Nilai</vt:lpstr>
      <vt:lpstr>Contoh Soal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Skema Himpunan Bilangan</vt:lpstr>
      <vt:lpstr>Fungsi Riil</vt:lpstr>
      <vt:lpstr>Jenis – jenis fungsi riil</vt:lpstr>
      <vt:lpstr>Jenis – jenis fungsi riil</vt:lpstr>
      <vt:lpstr>Jenis – jenis fungsi riil</vt:lpstr>
      <vt:lpstr>Jenis – jenis fungsi riil</vt:lpstr>
      <vt:lpstr>PowerPoint Presentation</vt:lpstr>
      <vt:lpstr>Contoh fungsi komposisi</vt:lpstr>
      <vt:lpstr>PowerPoint Presentation</vt:lpstr>
      <vt:lpstr>PowerPoint Presentation</vt:lpstr>
      <vt:lpstr>PowerPoint Presentation</vt:lpstr>
      <vt:lpstr>PowerPoint Presentation</vt:lpstr>
      <vt:lpstr>Fungsi dalam bentuk parameter</vt:lpstr>
      <vt:lpstr>Koordinat Polar</vt:lpstr>
      <vt:lpstr>Koordinat Polar</vt:lpstr>
      <vt:lpstr>Contoh soal</vt:lpstr>
      <vt:lpstr>Contoh soal</vt:lpstr>
      <vt:lpstr>Tabel Identitas Trigonometri</vt:lpstr>
      <vt:lpstr>Tabel Trigonometri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FUNGSI</dc:title>
  <dc:creator>User</dc:creator>
  <cp:lastModifiedBy>Reviewer</cp:lastModifiedBy>
  <cp:revision>45</cp:revision>
  <dcterms:created xsi:type="dcterms:W3CDTF">2018-10-10T04:57:14Z</dcterms:created>
  <dcterms:modified xsi:type="dcterms:W3CDTF">2026-10-01T07:34:13Z</dcterms:modified>
</cp:coreProperties>
</file>